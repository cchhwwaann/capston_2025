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24384000" cy="13716000"/>
  <p:notesSz cx="6858000" cy="9144000"/>
  <p:embeddedFontLst>
    <p:embeddedFont>
      <p:font typeface="Pretendard Black"/>
      <p:bold r:id="rId21"/>
    </p:embeddedFont>
    <p:embeddedFont>
      <p:font typeface="Pretendard SemiBold"/>
      <p:bold r:id="rId22"/>
    </p:embeddedFont>
    <p:embeddedFont>
      <p:font typeface="Pretendard Regular"/>
      <p:regular r:id="rId23"/>
    </p:embeddedFont>
    <p:embeddedFont>
      <p:font typeface="Pretendard ExtraBold"/>
      <p:bold r:id="rId24"/>
    </p:embeddedFont>
    <p:embeddedFont>
      <p:font typeface="Pretendard Medium"/>
      <p:bold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1.fntdata" Type="http://schemas.openxmlformats.org/officeDocument/2006/relationships/font"/><Relationship Id="rId22" Target="fonts/font2.fntdata" Type="http://schemas.openxmlformats.org/officeDocument/2006/relationships/font"/><Relationship Id="rId23" Target="fonts/font3.fntdata" Type="http://schemas.openxmlformats.org/officeDocument/2006/relationships/font"/><Relationship Id="rId24" Target="fonts/font4.fntdata" Type="http://schemas.openxmlformats.org/officeDocument/2006/relationships/font"/><Relationship Id="rId25" Target="fonts/font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Relationship Id="rId5" Target="../media/image3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3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0.png" Type="http://schemas.openxmlformats.org/officeDocument/2006/relationships/image"/><Relationship Id="rId4" Target="../media/image8.png" Type="http://schemas.openxmlformats.org/officeDocument/2006/relationships/image"/><Relationship Id="rId5" Target="../media/image3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2.png" Type="http://schemas.openxmlformats.org/officeDocument/2006/relationships/image"/><Relationship Id="rId5" Target="../media/image3.pn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3.png" Type="http://schemas.openxmlformats.org/officeDocument/2006/relationships/image"/><Relationship Id="rId4" Target="../media/image8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png" Type="http://schemas.openxmlformats.org/officeDocument/2006/relationships/image"/><Relationship Id="rId12" Target="../media/image28.png" Type="http://schemas.openxmlformats.org/officeDocument/2006/relationships/image"/><Relationship Id="rId13" Target="../media/image29.png" Type="http://schemas.openxmlformats.org/officeDocument/2006/relationships/image"/><Relationship Id="rId2" Target="../media/image2.png" Type="http://schemas.openxmlformats.org/officeDocument/2006/relationships/image"/><Relationship Id="rId3" Target="../media/image20.png" Type="http://schemas.openxmlformats.org/officeDocument/2006/relationships/image"/><Relationship Id="rId4" Target="../media/image3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0.png" Type="http://schemas.openxmlformats.org/officeDocument/2006/relationships/image"/><Relationship Id="rId4" Target="../media/image31.png" Type="http://schemas.openxmlformats.org/officeDocument/2006/relationships/image"/><Relationship Id="rId5" Target="../media/image32.png" Type="http://schemas.openxmlformats.org/officeDocument/2006/relationships/image"/><Relationship Id="rId6" Target="../media/image8.png" Type="http://schemas.openxmlformats.org/officeDocument/2006/relationships/image"/><Relationship Id="rId7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Relationship Id="rId4" Target="../media/image3.png" Type="http://schemas.openxmlformats.org/officeDocument/2006/relationships/image"/><Relationship Id="rId5" Target="../media/image12.png" Type="http://schemas.openxmlformats.org/officeDocument/2006/relationships/image"/><Relationship Id="rId6" Target="../media/image33.png" Type="http://schemas.openxmlformats.org/officeDocument/2006/relationships/image"/><Relationship Id="rId7" Target="../media/image34.png" Type="http://schemas.openxmlformats.org/officeDocument/2006/relationships/image"/><Relationship Id="rId8" Target="../media/image3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2.png" Type="http://schemas.openxmlformats.org/officeDocument/2006/relationships/image"/><Relationship Id="rId6" Target="../media/image3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png" Type="http://schemas.openxmlformats.org/officeDocument/2006/relationships/image"/><Relationship Id="rId2" Target="../media/image37.png" Type="http://schemas.openxmlformats.org/officeDocument/2006/relationships/image"/><Relationship Id="rId3" Target="../media/image38.png" Type="http://schemas.openxmlformats.org/officeDocument/2006/relationships/image"/><Relationship Id="rId4" Target="../media/image39.png" Type="http://schemas.openxmlformats.org/officeDocument/2006/relationships/image"/><Relationship Id="rId5" Target="../media/image40.png" Type="http://schemas.openxmlformats.org/officeDocument/2006/relationships/image"/><Relationship Id="rId6" Target="../media/image41.png" Type="http://schemas.openxmlformats.org/officeDocument/2006/relationships/image"/><Relationship Id="rId7" Target="../media/image42.png" Type="http://schemas.openxmlformats.org/officeDocument/2006/relationships/image"/><Relationship Id="rId8" Target="../media/image3.png" Type="http://schemas.openxmlformats.org/officeDocument/2006/relationships/image"/><Relationship Id="rId9" Target="../media/image4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2.png" Type="http://schemas.openxmlformats.org/officeDocument/2006/relationships/image"/><Relationship Id="rId11" Target="../media/image16.png" Type="http://schemas.openxmlformats.org/officeDocument/2006/relationships/image"/><Relationship Id="rId12" Target="../media/image53.png" Type="http://schemas.openxmlformats.org/officeDocument/2006/relationships/image"/><Relationship Id="rId2" Target="../media/image14.png" Type="http://schemas.openxmlformats.org/officeDocument/2006/relationships/image"/><Relationship Id="rId3" Target="../media/image45.png" Type="http://schemas.openxmlformats.org/officeDocument/2006/relationships/image"/><Relationship Id="rId4" Target="../media/image46.png" Type="http://schemas.openxmlformats.org/officeDocument/2006/relationships/image"/><Relationship Id="rId5" Target="../media/image47.png" Type="http://schemas.openxmlformats.org/officeDocument/2006/relationships/image"/><Relationship Id="rId6" Target="../media/image48.png" Type="http://schemas.openxmlformats.org/officeDocument/2006/relationships/image"/><Relationship Id="rId7" Target="../media/image49.png" Type="http://schemas.openxmlformats.org/officeDocument/2006/relationships/image"/><Relationship Id="rId8" Target="../media/image50.png" Type="http://schemas.openxmlformats.org/officeDocument/2006/relationships/image"/><Relationship Id="rId9" Target="../media/image5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 rot="0">
            <a:off x="-12738100" y="-25400"/>
            <a:ext cx="41719500" cy="16497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 rot="0">
            <a:off x="-16497300" y="-25400"/>
            <a:ext cx="41719500" cy="164973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206500" y="3492500"/>
            <a:ext cx="18415000" cy="4038600"/>
          </a:xfrm>
          <a:prstGeom prst="rect">
            <a:avLst/>
          </a:prstGeom>
        </p:spPr>
        <p:txBody>
          <a:bodyPr anchor="t" rtlCol="false" lIns="0" tIns="135467" rIns="0" bIns="0"/>
          <a:lstStyle/>
          <a:p>
            <a:pPr algn="l" lvl="0">
              <a:lnSpc>
                <a:spcPct val="99600"/>
              </a:lnSpc>
            </a:pPr>
            <a:r>
              <a:rPr lang="en-US" sz="10666" b="false" i="false" u="none" strike="noStrike">
                <a:solidFill>
                  <a:srgbClr val="1E1E1E"/>
                </a:solidFill>
                <a:latin typeface="Pretendard Black"/>
              </a:rPr>
              <a:t>AI Vision </a:t>
            </a:r>
            <a:r>
              <a:rPr lang="ko-KR" sz="10666" b="false" i="false" u="none" strike="noStrike">
                <a:solidFill>
                  <a:srgbClr val="1E1E1E"/>
                </a:solidFill>
                <a:ea typeface="Pretendard Black"/>
              </a:rPr>
              <a:t>기반</a:t>
            </a:r>
            <a:r>
              <a:rPr lang="en-US" sz="10666" b="false" i="false" u="none" strike="noStrike">
                <a:solidFill>
                  <a:srgbClr val="1E1E1E"/>
                </a:solidFill>
                <a:latin typeface="Pretendard Black"/>
              </a:rPr>
              <a:t> </a:t>
            </a:r>
          </a:p>
          <a:p>
            <a:pPr algn="l" lvl="0">
              <a:lnSpc>
                <a:spcPct val="99600"/>
              </a:lnSpc>
            </a:pPr>
            <a:r>
              <a:rPr lang="ko-KR" sz="10666" b="false" i="false" u="none" strike="noStrike">
                <a:solidFill>
                  <a:srgbClr val="1E1E1E"/>
                </a:solidFill>
                <a:ea typeface="Pretendard Black"/>
              </a:rPr>
              <a:t>굴착기</a:t>
            </a:r>
            <a:r>
              <a:rPr lang="en-US" sz="10666" b="false" i="false" u="none" strike="noStrike">
                <a:solidFill>
                  <a:srgbClr val="1E1E1E"/>
                </a:solidFill>
                <a:latin typeface="Pretendard Black"/>
              </a:rPr>
              <a:t> </a:t>
            </a:r>
            <a:r>
              <a:rPr lang="ko-KR" sz="10666" b="false" i="false" u="none" strike="noStrike">
                <a:solidFill>
                  <a:srgbClr val="1E1E1E"/>
                </a:solidFill>
                <a:ea typeface="Pretendard Black"/>
              </a:rPr>
              <a:t>버킷</a:t>
            </a:r>
            <a:r>
              <a:rPr lang="en-US" sz="10666" b="false" i="false" u="none" strike="noStrike">
                <a:solidFill>
                  <a:srgbClr val="1E1E1E"/>
                </a:solidFill>
                <a:latin typeface="Pretendard Black"/>
              </a:rPr>
              <a:t> </a:t>
            </a:r>
            <a:r>
              <a:rPr lang="ko-KR" sz="10666" b="false" i="false" u="none" strike="noStrike">
                <a:solidFill>
                  <a:srgbClr val="1E1E1E"/>
                </a:solidFill>
                <a:ea typeface="Pretendard Black"/>
              </a:rPr>
              <a:t>동작</a:t>
            </a:r>
            <a:r>
              <a:rPr lang="en-US" sz="10666" b="false" i="false" u="none" strike="noStrike">
                <a:solidFill>
                  <a:srgbClr val="1E1E1E"/>
                </a:solidFill>
                <a:latin typeface="Pretendard Black"/>
              </a:rPr>
              <a:t> </a:t>
            </a:r>
            <a:r>
              <a:rPr lang="ko-KR" sz="10666" b="false" i="false" u="none" strike="noStrike">
                <a:solidFill>
                  <a:srgbClr val="1E1E1E"/>
                </a:solidFill>
                <a:ea typeface="Pretendard Black"/>
              </a:rPr>
              <a:t>분석</a:t>
            </a:r>
            <a:r>
              <a:rPr lang="en-US" sz="10666" b="false" i="false" u="none" strike="noStrike">
                <a:solidFill>
                  <a:srgbClr val="1E1E1E"/>
                </a:solidFill>
                <a:latin typeface="Pretendard Black"/>
              </a:rPr>
              <a:t> </a:t>
            </a:r>
            <a:r>
              <a:rPr lang="ko-KR" sz="10666" b="false" i="false" u="none" strike="noStrike">
                <a:solidFill>
                  <a:srgbClr val="1E1E1E"/>
                </a:solidFill>
                <a:ea typeface="Pretendard Black"/>
              </a:rPr>
              <a:t>시스템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720300" y="10236200"/>
            <a:ext cx="1181100" cy="28448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3200" b="false" i="false" u="none" strike="noStrike">
                <a:solidFill>
                  <a:srgbClr val="1E1E1E"/>
                </a:solidFill>
                <a:ea typeface="Pretendard SemiBold"/>
              </a:rPr>
              <a:t>김지원</a:t>
            </a:r>
          </a:p>
          <a:p>
            <a:pPr algn="l" lvl="0">
              <a:lnSpc>
                <a:spcPct val="116199"/>
              </a:lnSpc>
            </a:pPr>
            <a:r>
              <a:rPr lang="en" sz="3200" b="false" i="false" u="none" strike="noStrike">
                <a:solidFill>
                  <a:srgbClr val="1E1E1E"/>
                </a:solidFill>
                <a:ea typeface="Pretendard SemiBold"/>
              </a:rPr>
              <a:t>서정석</a:t>
            </a:r>
          </a:p>
          <a:p>
            <a:pPr algn="l" lvl="0">
              <a:lnSpc>
                <a:spcPct val="116199"/>
              </a:lnSpc>
            </a:pPr>
            <a:r>
              <a:rPr lang="en" sz="3200" b="false" i="false" u="none" strike="noStrike">
                <a:solidFill>
                  <a:srgbClr val="1E1E1E"/>
                </a:solidFill>
                <a:ea typeface="Pretendard SemiBold"/>
              </a:rPr>
              <a:t>양기훈</a:t>
            </a:r>
          </a:p>
          <a:p>
            <a:pPr algn="l" lvl="0">
              <a:lnSpc>
                <a:spcPct val="116199"/>
              </a:lnSpc>
            </a:pPr>
            <a:r>
              <a:rPr lang="en" sz="3200" b="false" i="false" u="none" strike="noStrike">
                <a:solidFill>
                  <a:srgbClr val="1E1E1E"/>
                </a:solidFill>
                <a:ea typeface="Pretendard SemiBold"/>
              </a:rPr>
              <a:t>이창헌</a:t>
            </a:r>
          </a:p>
          <a:p>
            <a:pPr algn="l" lvl="0">
              <a:lnSpc>
                <a:spcPct val="116199"/>
              </a:lnSpc>
            </a:pPr>
            <a:r>
              <a:rPr lang="en" sz="3200" b="false" i="false" u="none" strike="noStrike">
                <a:solidFill>
                  <a:srgbClr val="1E1E1E"/>
                </a:solidFill>
                <a:ea typeface="Pretendard SemiBold"/>
              </a:rPr>
              <a:t>최창환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056600" y="9283700"/>
            <a:ext cx="2857500" cy="673100"/>
          </a:xfrm>
          <a:prstGeom prst="rect">
            <a:avLst/>
          </a:prstGeom>
        </p:spPr>
        <p:txBody>
          <a:bodyPr anchor="t" rtlCol="false" lIns="0" tIns="23706" rIns="0" bIns="0"/>
          <a:lstStyle/>
          <a:p>
            <a:pPr algn="l" lvl="0">
              <a:lnSpc>
                <a:spcPct val="107899"/>
              </a:lnSpc>
            </a:pPr>
            <a:r>
              <a:rPr lang="en-US" sz="3733" b="false" i="false" u="none" strike="noStrike">
                <a:solidFill>
                  <a:srgbClr val="1E1E1E"/>
                </a:solidFill>
                <a:latin typeface="Pretendard SemiBold"/>
              </a:rPr>
              <a:t>TEAM </a:t>
            </a:r>
            <a:r>
              <a:rPr lang="ko-KR" sz="3733" b="false" i="false" u="none" strike="noStrike">
                <a:solidFill>
                  <a:srgbClr val="1E1E1E"/>
                </a:solidFill>
                <a:ea typeface="Pretendard SemiBold"/>
              </a:rPr>
              <a:t>볼보이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 rot="0">
            <a:off x="-12738100" y="-25400"/>
            <a:ext cx="41719500" cy="16497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 rot="0">
            <a:off x="-16497300" y="-25400"/>
            <a:ext cx="41719500" cy="16497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43000" y="1562100"/>
            <a:ext cx="222377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704">
            <a:off x="1536700" y="7531100"/>
            <a:ext cx="29210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156200" y="7531100"/>
            <a:ext cx="2921000" cy="25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877300" y="7531100"/>
            <a:ext cx="2921000" cy="25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534900" y="7531100"/>
            <a:ext cx="2921000" cy="25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167100" y="7531100"/>
            <a:ext cx="2921000" cy="25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9824700" y="7531100"/>
            <a:ext cx="2921000" cy="254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511300" y="6172200"/>
            <a:ext cx="2971800" cy="1143000"/>
          </a:xfrm>
          <a:prstGeom prst="rect">
            <a:avLst/>
          </a:prstGeom>
        </p:spPr>
        <p:txBody>
          <a:bodyPr anchor="t" rtlCol="false" lIns="0" tIns="81280" rIns="0" bIns="0"/>
          <a:lstStyle/>
          <a:p>
            <a:pPr algn="l" lvl="0">
              <a:lnSpc>
                <a:spcPct val="99600"/>
              </a:lnSpc>
            </a:pPr>
            <a:r>
              <a:rPr lang="en" sz="6400" b="false" i="false" u="none" strike="noStrike">
                <a:solidFill>
                  <a:srgbClr val="1E1E1E"/>
                </a:solidFill>
                <a:latin typeface="Pretendard Black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36700" y="7937500"/>
            <a:ext cx="2857500" cy="749300"/>
          </a:xfrm>
          <a:prstGeom prst="rect">
            <a:avLst/>
          </a:prstGeom>
        </p:spPr>
        <p:txBody>
          <a:bodyPr anchor="t" rtlCol="false" lIns="0" tIns="23706" rIns="0" bIns="0"/>
          <a:lstStyle/>
          <a:p>
            <a:pPr algn="l" lvl="0">
              <a:lnSpc>
                <a:spcPct val="107899"/>
              </a:lnSpc>
            </a:pPr>
            <a:r>
              <a:rPr lang="en-US" sz="3733" b="false" i="false" u="none" strike="noStrike">
                <a:solidFill>
                  <a:srgbClr val="1E1E1E"/>
                </a:solidFill>
                <a:latin typeface="Pretendard SemiBold"/>
              </a:rPr>
              <a:t>1</a:t>
            </a:r>
            <a:r>
              <a:rPr lang="ko-KR" sz="3733" b="false" i="false" u="none" strike="noStrike">
                <a:solidFill>
                  <a:srgbClr val="1E1E1E"/>
                </a:solidFill>
                <a:ea typeface="Pretendard SemiBold"/>
              </a:rPr>
              <a:t>차</a:t>
            </a:r>
            <a:r>
              <a:rPr lang="en-US" sz="3733" b="false" i="false" u="none" strike="noStrike">
                <a:solidFill>
                  <a:srgbClr val="1E1E1E"/>
                </a:solidFill>
                <a:latin typeface="Pretendard SemiBold"/>
              </a:rPr>
              <a:t> </a:t>
            </a:r>
            <a:r>
              <a:rPr lang="ko-KR" sz="3733" b="false" i="false" u="none" strike="noStrike">
                <a:solidFill>
                  <a:srgbClr val="1E1E1E"/>
                </a:solidFill>
                <a:ea typeface="Pretendard SemiBold"/>
              </a:rPr>
              <a:t>발표</a:t>
            </a:r>
            <a:r>
              <a:rPr lang="en-US" sz="3733" b="false" i="false" u="none" strike="noStrike">
                <a:solidFill>
                  <a:srgbClr val="1E1E1E"/>
                </a:solidFill>
                <a:latin typeface="Pretendard SemiBold"/>
              </a:rPr>
              <a:t> </a:t>
            </a:r>
            <a:r>
              <a:rPr lang="ko-KR" sz="3733" b="false" i="false" u="none" strike="noStrike">
                <a:solidFill>
                  <a:srgbClr val="1E1E1E"/>
                </a:solidFill>
                <a:ea typeface="Pretendard SemiBold"/>
              </a:rPr>
              <a:t>요약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168900" y="7937500"/>
            <a:ext cx="2857500" cy="749300"/>
          </a:xfrm>
          <a:prstGeom prst="rect">
            <a:avLst/>
          </a:prstGeom>
        </p:spPr>
        <p:txBody>
          <a:bodyPr anchor="t" rtlCol="false" lIns="0" tIns="23706" rIns="0" bIns="0"/>
          <a:lstStyle/>
          <a:p>
            <a:pPr algn="l" lvl="0">
              <a:lnSpc>
                <a:spcPct val="107899"/>
              </a:lnSpc>
            </a:pPr>
            <a:r>
              <a:rPr lang="en-US" sz="3733" b="false" i="false" u="none" strike="noStrike">
                <a:solidFill>
                  <a:srgbClr val="1E1E1E"/>
                </a:solidFill>
                <a:latin typeface="Pretendard SemiBold"/>
              </a:rPr>
              <a:t>QFD </a:t>
            </a:r>
            <a:r>
              <a:rPr lang="ko-KR" sz="3733" b="false" i="false" u="none" strike="noStrike">
                <a:solidFill>
                  <a:srgbClr val="1E1E1E"/>
                </a:solidFill>
                <a:ea typeface="Pretendard SemiBold"/>
              </a:rPr>
              <a:t>수정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168900" y="6172200"/>
            <a:ext cx="2971800" cy="1143000"/>
          </a:xfrm>
          <a:prstGeom prst="rect">
            <a:avLst/>
          </a:prstGeom>
        </p:spPr>
        <p:txBody>
          <a:bodyPr anchor="t" rtlCol="false" lIns="0" tIns="81280" rIns="0" bIns="0"/>
          <a:lstStyle/>
          <a:p>
            <a:pPr algn="l" lvl="0">
              <a:lnSpc>
                <a:spcPct val="99600"/>
              </a:lnSpc>
            </a:pPr>
            <a:r>
              <a:rPr lang="en" sz="6400" b="false" i="false" u="none" strike="noStrike">
                <a:solidFill>
                  <a:srgbClr val="1E1E1E"/>
                </a:solidFill>
                <a:latin typeface="Pretendard Black"/>
              </a:rPr>
              <a:t>02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864600" y="7937500"/>
            <a:ext cx="2870200" cy="749300"/>
          </a:xfrm>
          <a:prstGeom prst="rect">
            <a:avLst/>
          </a:prstGeom>
        </p:spPr>
        <p:txBody>
          <a:bodyPr anchor="t" rtlCol="false" lIns="0" tIns="23706" rIns="0" bIns="0"/>
          <a:lstStyle/>
          <a:p>
            <a:pPr algn="l" lvl="0">
              <a:lnSpc>
                <a:spcPct val="107899"/>
              </a:lnSpc>
            </a:pPr>
            <a:r>
              <a:rPr lang="ko-KR" sz="3733" b="false" i="false" u="none" strike="noStrike">
                <a:solidFill>
                  <a:srgbClr val="1E1E1E"/>
                </a:solidFill>
                <a:ea typeface="Pretendard SemiBold"/>
              </a:rPr>
              <a:t>아이디어</a:t>
            </a:r>
            <a:r>
              <a:rPr lang="en-US" sz="3733" b="false" i="false" u="none" strike="noStrike">
                <a:solidFill>
                  <a:srgbClr val="1E1E1E"/>
                </a:solidFill>
                <a:latin typeface="Pretendard SemiBold"/>
              </a:rPr>
              <a:t> </a:t>
            </a:r>
            <a:r>
              <a:rPr lang="ko-KR" sz="3733" b="false" i="false" u="none" strike="noStrike">
                <a:solidFill>
                  <a:srgbClr val="1E1E1E"/>
                </a:solidFill>
                <a:ea typeface="Pretendard SemiBold"/>
              </a:rPr>
              <a:t>생성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839200" y="6172200"/>
            <a:ext cx="2971800" cy="1143000"/>
          </a:xfrm>
          <a:prstGeom prst="rect">
            <a:avLst/>
          </a:prstGeom>
        </p:spPr>
        <p:txBody>
          <a:bodyPr anchor="t" rtlCol="false" lIns="0" tIns="81280" rIns="0" bIns="0"/>
          <a:lstStyle/>
          <a:p>
            <a:pPr algn="l" lvl="0">
              <a:lnSpc>
                <a:spcPct val="99600"/>
              </a:lnSpc>
            </a:pPr>
            <a:r>
              <a:rPr lang="en" sz="6400" b="false" i="false" u="none" strike="noStrike">
                <a:solidFill>
                  <a:srgbClr val="1E1E1E"/>
                </a:solidFill>
                <a:latin typeface="Pretendard Black"/>
              </a:rPr>
              <a:t>03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547600" y="7937500"/>
            <a:ext cx="2870200" cy="1371600"/>
          </a:xfrm>
          <a:prstGeom prst="rect">
            <a:avLst/>
          </a:prstGeom>
        </p:spPr>
        <p:txBody>
          <a:bodyPr anchor="t" rtlCol="false" lIns="0" tIns="23706" rIns="0" bIns="0"/>
          <a:lstStyle/>
          <a:p>
            <a:pPr algn="l" lvl="0">
              <a:lnSpc>
                <a:spcPct val="107899"/>
              </a:lnSpc>
            </a:pPr>
            <a:r>
              <a:rPr lang="ko-KR" sz="3733" b="false" i="false" u="none" strike="noStrike">
                <a:solidFill>
                  <a:srgbClr val="1E1E1E"/>
                </a:solidFill>
                <a:ea typeface="Pretendard SemiBold"/>
              </a:rPr>
              <a:t>개념</a:t>
            </a:r>
            <a:r>
              <a:rPr lang="en-US" sz="3733" b="false" i="false" u="none" strike="noStrike">
                <a:solidFill>
                  <a:srgbClr val="1E1E1E"/>
                </a:solidFill>
                <a:latin typeface="Pretendard SemiBold"/>
              </a:rPr>
              <a:t> </a:t>
            </a:r>
            <a:r>
              <a:rPr lang="ko-KR" sz="3733" b="false" i="false" u="none" strike="noStrike">
                <a:solidFill>
                  <a:srgbClr val="1E1E1E"/>
                </a:solidFill>
                <a:ea typeface="Pretendard SemiBold"/>
              </a:rPr>
              <a:t>평가</a:t>
            </a:r>
            <a:r>
              <a:rPr lang="en-US" sz="3733" b="false" i="false" u="none" strike="noStrike">
                <a:solidFill>
                  <a:srgbClr val="1E1E1E"/>
                </a:solidFill>
                <a:latin typeface="Pretendard SemiBold"/>
              </a:rPr>
              <a:t> </a:t>
            </a:r>
            <a:r>
              <a:rPr lang="ko-KR" sz="3733" b="false" i="false" u="none" strike="noStrike">
                <a:solidFill>
                  <a:srgbClr val="1E1E1E"/>
                </a:solidFill>
                <a:ea typeface="Pretendard SemiBold"/>
              </a:rPr>
              <a:t>및</a:t>
            </a:r>
            <a:r>
              <a:rPr lang="en-US" sz="3733" b="false" i="false" u="none" strike="noStrike">
                <a:solidFill>
                  <a:srgbClr val="1E1E1E"/>
                </a:solidFill>
                <a:latin typeface="Pretendard SemiBold"/>
              </a:rPr>
              <a:t> </a:t>
            </a:r>
            <a:r>
              <a:rPr lang="ko-KR" sz="3733" b="false" i="false" u="none" strike="noStrike">
                <a:solidFill>
                  <a:srgbClr val="1E1E1E"/>
                </a:solidFill>
                <a:ea typeface="Pretendard SemiBold"/>
              </a:rPr>
              <a:t>선정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496800" y="6172200"/>
            <a:ext cx="2971800" cy="1143000"/>
          </a:xfrm>
          <a:prstGeom prst="rect">
            <a:avLst/>
          </a:prstGeom>
        </p:spPr>
        <p:txBody>
          <a:bodyPr anchor="t" rtlCol="false" lIns="0" tIns="81280" rIns="0" bIns="0"/>
          <a:lstStyle/>
          <a:p>
            <a:pPr algn="l" lvl="0">
              <a:lnSpc>
                <a:spcPct val="99600"/>
              </a:lnSpc>
            </a:pPr>
            <a:r>
              <a:rPr lang="en" sz="6400" b="false" i="false" u="none" strike="noStrike">
                <a:solidFill>
                  <a:srgbClr val="1E1E1E"/>
                </a:solidFill>
                <a:latin typeface="Pretendard Black"/>
              </a:rPr>
              <a:t>04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179800" y="7937500"/>
            <a:ext cx="2870200" cy="749300"/>
          </a:xfrm>
          <a:prstGeom prst="rect">
            <a:avLst/>
          </a:prstGeom>
        </p:spPr>
        <p:txBody>
          <a:bodyPr anchor="t" rtlCol="false" lIns="0" tIns="23706" rIns="0" bIns="0"/>
          <a:lstStyle/>
          <a:p>
            <a:pPr algn="l" lvl="0">
              <a:lnSpc>
                <a:spcPct val="107899"/>
              </a:lnSpc>
            </a:pPr>
            <a:r>
              <a:rPr lang="ko-KR" sz="3733" b="false" i="false" u="none" strike="noStrike">
                <a:solidFill>
                  <a:srgbClr val="1E1E1E"/>
                </a:solidFill>
                <a:ea typeface="Pretendard SemiBold"/>
              </a:rPr>
              <a:t>최종</a:t>
            </a:r>
            <a:r>
              <a:rPr lang="en-US" sz="3733" b="false" i="false" u="none" strike="noStrike">
                <a:solidFill>
                  <a:srgbClr val="1E1E1E"/>
                </a:solidFill>
                <a:latin typeface="Pretendard SemiBold"/>
              </a:rPr>
              <a:t> </a:t>
            </a:r>
            <a:r>
              <a:rPr lang="ko-KR" sz="3733" b="false" i="false" u="none" strike="noStrike">
                <a:solidFill>
                  <a:srgbClr val="1E1E1E"/>
                </a:solidFill>
                <a:ea typeface="Pretendard SemiBold"/>
              </a:rPr>
              <a:t>선정</a:t>
            </a:r>
            <a:r>
              <a:rPr lang="en-US" sz="3733" b="false" i="false" u="none" strike="noStrike">
                <a:solidFill>
                  <a:srgbClr val="1E1E1E"/>
                </a:solidFill>
                <a:latin typeface="Pretendard SemiBold"/>
              </a:rPr>
              <a:t> </a:t>
            </a:r>
            <a:r>
              <a:rPr lang="ko-KR" sz="3733" b="false" i="false" u="none" strike="noStrike">
                <a:solidFill>
                  <a:srgbClr val="1E1E1E"/>
                </a:solidFill>
                <a:ea typeface="Pretendard SemiBold"/>
              </a:rPr>
              <a:t>개념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154400" y="6172200"/>
            <a:ext cx="2971800" cy="1143000"/>
          </a:xfrm>
          <a:prstGeom prst="rect">
            <a:avLst/>
          </a:prstGeom>
        </p:spPr>
        <p:txBody>
          <a:bodyPr anchor="t" rtlCol="false" lIns="0" tIns="81280" rIns="0" bIns="0"/>
          <a:lstStyle/>
          <a:p>
            <a:pPr algn="l" lvl="0">
              <a:lnSpc>
                <a:spcPct val="99600"/>
              </a:lnSpc>
            </a:pPr>
            <a:r>
              <a:rPr lang="en" sz="6400" b="false" i="false" u="none" strike="noStrike">
                <a:solidFill>
                  <a:srgbClr val="1E1E1E"/>
                </a:solidFill>
                <a:latin typeface="Pretendard Black"/>
              </a:rPr>
              <a:t>05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9824700" y="7937500"/>
            <a:ext cx="2870200" cy="1371600"/>
          </a:xfrm>
          <a:prstGeom prst="rect">
            <a:avLst/>
          </a:prstGeom>
        </p:spPr>
        <p:txBody>
          <a:bodyPr anchor="t" rtlCol="false" lIns="0" tIns="23706" rIns="0" bIns="0"/>
          <a:lstStyle/>
          <a:p>
            <a:pPr algn="l" lvl="0">
              <a:lnSpc>
                <a:spcPct val="107899"/>
              </a:lnSpc>
            </a:pPr>
            <a:r>
              <a:rPr lang="ko-KR" sz="3733" b="false" i="false" u="none" strike="noStrike">
                <a:solidFill>
                  <a:srgbClr val="1E1E1E"/>
                </a:solidFill>
                <a:ea typeface="Pretendard SemiBold"/>
              </a:rPr>
              <a:t>결론</a:t>
            </a:r>
            <a:r>
              <a:rPr lang="en-US" sz="3733" b="false" i="false" u="none" strike="noStrike">
                <a:solidFill>
                  <a:srgbClr val="1E1E1E"/>
                </a:solidFill>
                <a:latin typeface="Pretendard SemiBold"/>
              </a:rPr>
              <a:t> </a:t>
            </a:r>
            <a:r>
              <a:rPr lang="ko-KR" sz="3733" b="false" i="false" u="none" strike="noStrike">
                <a:solidFill>
                  <a:srgbClr val="1E1E1E"/>
                </a:solidFill>
                <a:ea typeface="Pretendard SemiBold"/>
              </a:rPr>
              <a:t>및</a:t>
            </a:r>
            <a:r>
              <a:rPr lang="en-US" sz="3733" b="false" i="false" u="none" strike="noStrike">
                <a:solidFill>
                  <a:srgbClr val="1E1E1E"/>
                </a:solidFill>
                <a:latin typeface="Pretendard SemiBold"/>
              </a:rPr>
              <a:t> </a:t>
            </a:r>
          </a:p>
          <a:p>
            <a:pPr algn="l" lvl="0">
              <a:lnSpc>
                <a:spcPct val="107899"/>
              </a:lnSpc>
            </a:pPr>
            <a:r>
              <a:rPr lang="en" sz="3733" b="false" i="false" u="none" strike="noStrike">
                <a:solidFill>
                  <a:srgbClr val="1E1E1E"/>
                </a:solidFill>
                <a:ea typeface="Pretendard SemiBold"/>
              </a:rPr>
              <a:t>향후계획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9824700" y="6172200"/>
            <a:ext cx="2971800" cy="1143000"/>
          </a:xfrm>
          <a:prstGeom prst="rect">
            <a:avLst/>
          </a:prstGeom>
        </p:spPr>
        <p:txBody>
          <a:bodyPr anchor="t" rtlCol="false" lIns="0" tIns="81280" rIns="0" bIns="0"/>
          <a:lstStyle/>
          <a:p>
            <a:pPr algn="l" lvl="0">
              <a:lnSpc>
                <a:spcPct val="99600"/>
              </a:lnSpc>
            </a:pPr>
            <a:r>
              <a:rPr lang="en" sz="6400" b="false" i="false" u="none" strike="noStrike">
                <a:solidFill>
                  <a:srgbClr val="1E1E1E"/>
                </a:solidFill>
                <a:latin typeface="Pretendard Black"/>
              </a:rPr>
              <a:t>06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24000" y="3098800"/>
            <a:ext cx="3048000" cy="1511300"/>
          </a:xfrm>
          <a:prstGeom prst="rect">
            <a:avLst/>
          </a:prstGeom>
        </p:spPr>
        <p:txBody>
          <a:bodyPr anchor="t" rtlCol="false" lIns="0" tIns="108373" rIns="0" bIns="0"/>
          <a:lstStyle/>
          <a:p>
            <a:pPr algn="l" lvl="0">
              <a:lnSpc>
                <a:spcPct val="99600"/>
              </a:lnSpc>
            </a:pPr>
            <a:r>
              <a:rPr lang="en" sz="8533" b="false" i="false" u="none" strike="noStrike">
                <a:solidFill>
                  <a:srgbClr val="1E1E1E"/>
                </a:solidFill>
                <a:ea typeface="Pretendard Black"/>
              </a:rPr>
              <a:t>목차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 rot="0">
            <a:off x="-22364700" y="-25400"/>
            <a:ext cx="41719500" cy="16497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 rot="0">
            <a:off x="-26123900" y="-25400"/>
            <a:ext cx="41719500" cy="16497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27200" y="2654300"/>
            <a:ext cx="9474200" cy="9474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43000" y="1562100"/>
            <a:ext cx="222377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560300" y="2895600"/>
            <a:ext cx="127000" cy="6350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3081000" y="2654300"/>
            <a:ext cx="7607300" cy="1384300"/>
          </a:xfrm>
          <a:prstGeom prst="rect">
            <a:avLst/>
          </a:prstGeom>
        </p:spPr>
        <p:txBody>
          <a:bodyPr anchor="t" rtlCol="false" lIns="0" tIns="81280" rIns="0" bIns="0"/>
          <a:lstStyle/>
          <a:p>
            <a:pPr algn="l" lvl="0">
              <a:lnSpc>
                <a:spcPct val="99600"/>
              </a:lnSpc>
            </a:pPr>
            <a:r>
              <a:rPr lang="en-US" sz="6400" b="false" i="false" u="none" strike="noStrike">
                <a:solidFill>
                  <a:srgbClr val="1E1E1E"/>
                </a:solidFill>
                <a:latin typeface="Pretendard Black"/>
              </a:rPr>
              <a:t>1</a:t>
            </a:r>
            <a:r>
              <a:rPr lang="ko-KR" sz="6400" b="false" i="false" u="none" strike="noStrike">
                <a:solidFill>
                  <a:srgbClr val="1E1E1E"/>
                </a:solidFill>
                <a:ea typeface="Pretendard Black"/>
              </a:rPr>
              <a:t>차</a:t>
            </a:r>
            <a:r>
              <a:rPr lang="en-US" sz="6400" b="false" i="false" u="none" strike="noStrike">
                <a:solidFill>
                  <a:srgbClr val="1E1E1E"/>
                </a:solidFill>
                <a:latin typeface="Pretendard Black"/>
              </a:rPr>
              <a:t> </a:t>
            </a:r>
            <a:r>
              <a:rPr lang="ko-KR" sz="6400" b="false" i="false" u="none" strike="noStrike">
                <a:solidFill>
                  <a:srgbClr val="1E1E1E"/>
                </a:solidFill>
                <a:ea typeface="Pretendard Black"/>
              </a:rPr>
              <a:t>발표</a:t>
            </a:r>
            <a:r>
              <a:rPr lang="en-US" sz="6400" b="false" i="false" u="none" strike="noStrike">
                <a:solidFill>
                  <a:srgbClr val="1E1E1E"/>
                </a:solidFill>
                <a:latin typeface="Pretendard Black"/>
              </a:rPr>
              <a:t> </a:t>
            </a:r>
            <a:r>
              <a:rPr lang="ko-KR" sz="6400" b="false" i="false" u="none" strike="noStrike">
                <a:solidFill>
                  <a:srgbClr val="1E1E1E"/>
                </a:solidFill>
                <a:ea typeface="Pretendard Black"/>
              </a:rPr>
              <a:t>요약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60300" y="8178800"/>
            <a:ext cx="11201400" cy="673100"/>
          </a:xfrm>
          <a:prstGeom prst="rect">
            <a:avLst/>
          </a:prstGeom>
        </p:spPr>
        <p:txBody>
          <a:bodyPr anchor="t" rtlCol="false" lIns="0" tIns="23706" rIns="0" bIns="0"/>
          <a:lstStyle/>
          <a:p>
            <a:pPr algn="l" lvl="0">
              <a:lnSpc>
                <a:spcPct val="107899"/>
              </a:lnSpc>
            </a:pPr>
            <a:r>
              <a:rPr lang="ko-KR" sz="3733" b="false" i="false" u="none" strike="noStrike">
                <a:solidFill>
                  <a:srgbClr val="1E1E1E"/>
                </a:solidFill>
                <a:ea typeface="Pretendard SemiBold"/>
              </a:rPr>
              <a:t>시스템</a:t>
            </a:r>
            <a:r>
              <a:rPr lang="en-US" sz="3733" b="false" i="false" u="none" strike="noStrike">
                <a:solidFill>
                  <a:srgbClr val="1E1E1E"/>
                </a:solidFill>
                <a:latin typeface="Pretendard SemiBold"/>
              </a:rPr>
              <a:t> </a:t>
            </a:r>
            <a:r>
              <a:rPr lang="ko-KR" sz="3733" b="false" i="false" u="none" strike="noStrike">
                <a:solidFill>
                  <a:srgbClr val="1E1E1E"/>
                </a:solidFill>
                <a:ea typeface="Pretendard SemiBold"/>
              </a:rPr>
              <a:t>요구사항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623800" y="4838700"/>
            <a:ext cx="11201400" cy="673100"/>
          </a:xfrm>
          <a:prstGeom prst="rect">
            <a:avLst/>
          </a:prstGeom>
        </p:spPr>
        <p:txBody>
          <a:bodyPr anchor="t" rtlCol="false" lIns="0" tIns="23706" rIns="0" bIns="0"/>
          <a:lstStyle/>
          <a:p>
            <a:pPr algn="l" lvl="0">
              <a:lnSpc>
                <a:spcPct val="107899"/>
              </a:lnSpc>
            </a:pPr>
            <a:r>
              <a:rPr lang="en" sz="3733" b="false" i="false" u="none" strike="noStrike">
                <a:solidFill>
                  <a:srgbClr val="1E1E1E"/>
                </a:solidFill>
                <a:ea typeface="Pretendard SemiBold"/>
              </a:rPr>
              <a:t>문제상황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74600" y="9182100"/>
            <a:ext cx="11201400" cy="469900"/>
          </a:xfrm>
          <a:prstGeom prst="rect">
            <a:avLst/>
          </a:prstGeom>
        </p:spPr>
        <p:txBody>
          <a:bodyPr anchor="t" rtlCol="false"/>
          <a:lstStyle/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굴삭기의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 4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사이클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(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굴착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-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이송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-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투하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-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대기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)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기반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효율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측정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738100" y="5842000"/>
            <a:ext cx="11201400" cy="508000"/>
          </a:xfrm>
          <a:prstGeom prst="rect">
            <a:avLst/>
          </a:prstGeom>
        </p:spPr>
        <p:txBody>
          <a:bodyPr anchor="t" rtlCol="false"/>
          <a:lstStyle/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건설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/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산업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현장의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생산성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관리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한계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674600" y="10007600"/>
            <a:ext cx="11201400" cy="508000"/>
          </a:xfrm>
          <a:prstGeom prst="rect">
            <a:avLst/>
          </a:prstGeom>
        </p:spPr>
        <p:txBody>
          <a:bodyPr anchor="t" rtlCol="false"/>
          <a:lstStyle/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저비용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38100" y="6680200"/>
            <a:ext cx="11201400" cy="508000"/>
          </a:xfrm>
          <a:prstGeom prst="rect">
            <a:avLst/>
          </a:prstGeom>
        </p:spPr>
        <p:txBody>
          <a:bodyPr anchor="t" rtlCol="false"/>
          <a:lstStyle/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데이터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기반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관리의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필요성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증대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74600" y="10909300"/>
            <a:ext cx="11201400" cy="508000"/>
          </a:xfrm>
          <a:prstGeom prst="rect">
            <a:avLst/>
          </a:prstGeom>
        </p:spPr>
        <p:txBody>
          <a:bodyPr anchor="t" rtlCol="false"/>
          <a:lstStyle/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AI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비전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활용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43000" y="749300"/>
            <a:ext cx="4089400" cy="622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3466" b="false" i="false" u="none" strike="noStrike">
                <a:solidFill>
                  <a:srgbClr val="1E1E1E"/>
                </a:solidFill>
                <a:latin typeface="Pretendard ExtraBold"/>
              </a:rP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 rot="0">
            <a:off x="-22364700" y="-25400"/>
            <a:ext cx="41719500" cy="16497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 rot="0">
            <a:off x="-26123900" y="-25400"/>
            <a:ext cx="41719500" cy="16497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43000" y="1562100"/>
            <a:ext cx="222377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268200" y="2895600"/>
            <a:ext cx="127000" cy="6350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2801600" y="2654300"/>
            <a:ext cx="7645400" cy="1193800"/>
          </a:xfrm>
          <a:prstGeom prst="rect">
            <a:avLst/>
          </a:prstGeom>
        </p:spPr>
        <p:txBody>
          <a:bodyPr anchor="t" rtlCol="false" lIns="0" tIns="81280" rIns="0" bIns="0"/>
          <a:lstStyle/>
          <a:p>
            <a:pPr algn="l" lvl="0">
              <a:lnSpc>
                <a:spcPct val="99600"/>
              </a:lnSpc>
            </a:pPr>
            <a:r>
              <a:rPr lang="en-US" sz="6400" b="false" i="false" u="none" strike="noStrike">
                <a:solidFill>
                  <a:srgbClr val="1E1E1E"/>
                </a:solidFill>
                <a:latin typeface="Pretendard Black"/>
              </a:rPr>
              <a:t>QFD </a:t>
            </a:r>
            <a:r>
              <a:rPr lang="ko-KR" sz="6400" b="false" i="false" u="none" strike="noStrike">
                <a:solidFill>
                  <a:srgbClr val="1E1E1E"/>
                </a:solidFill>
                <a:ea typeface="Pretendard Black"/>
              </a:rPr>
              <a:t>수정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090400" y="5549900"/>
            <a:ext cx="11201400" cy="723900"/>
          </a:xfrm>
          <a:prstGeom prst="rect">
            <a:avLst/>
          </a:prstGeom>
        </p:spPr>
        <p:txBody>
          <a:bodyPr anchor="t" rtlCol="false" lIns="0" tIns="23706" rIns="0" bIns="0"/>
          <a:lstStyle/>
          <a:p>
            <a:pPr algn="l" lvl="0">
              <a:lnSpc>
                <a:spcPct val="107899"/>
              </a:lnSpc>
            </a:pPr>
            <a:r>
              <a:rPr lang="ko-KR" sz="3733" b="false" i="false" u="none" strike="noStrike">
                <a:solidFill>
                  <a:srgbClr val="1E1E1E"/>
                </a:solidFill>
                <a:ea typeface="Pretendard SemiBold"/>
              </a:rPr>
              <a:t>수정된</a:t>
            </a:r>
            <a:r>
              <a:rPr lang="en-US" sz="3733" b="false" i="false" u="none" strike="noStrike">
                <a:solidFill>
                  <a:srgbClr val="1E1E1E"/>
                </a:solidFill>
                <a:latin typeface="Pretendard SemiBold"/>
              </a:rPr>
              <a:t> </a:t>
            </a:r>
            <a:r>
              <a:rPr lang="ko-KR" sz="3733" b="false" i="false" u="none" strike="noStrike">
                <a:solidFill>
                  <a:srgbClr val="1E1E1E"/>
                </a:solidFill>
                <a:ea typeface="Pretendard SemiBold"/>
              </a:rPr>
              <a:t>점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090400" y="6350000"/>
            <a:ext cx="11176000" cy="1054100"/>
          </a:xfrm>
          <a:prstGeom prst="rect">
            <a:avLst/>
          </a:prstGeom>
        </p:spPr>
        <p:txBody>
          <a:bodyPr anchor="t" rtlCol="false"/>
          <a:lstStyle/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회사측과의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추가적인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회의를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통해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 What, Who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일부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수정</a:t>
            </a:r>
          </a:p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비용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절약에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추가적인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점수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,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점수배분에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추가적인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차이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090400" y="8686800"/>
            <a:ext cx="11201400" cy="723900"/>
          </a:xfrm>
          <a:prstGeom prst="rect">
            <a:avLst/>
          </a:prstGeom>
        </p:spPr>
        <p:txBody>
          <a:bodyPr anchor="t" rtlCol="false" lIns="0" tIns="23706" rIns="0" bIns="0"/>
          <a:lstStyle/>
          <a:p>
            <a:pPr algn="l" lvl="0">
              <a:lnSpc>
                <a:spcPct val="107899"/>
              </a:lnSpc>
            </a:pPr>
            <a:r>
              <a:rPr lang="ko-KR" sz="3733" b="false" i="false" u="none" strike="noStrike">
                <a:solidFill>
                  <a:srgbClr val="1E1E1E"/>
                </a:solidFill>
                <a:ea typeface="Pretendard SemiBold"/>
              </a:rPr>
              <a:t>분석</a:t>
            </a:r>
            <a:r>
              <a:rPr lang="en-US" sz="3733" b="false" i="false" u="none" strike="noStrike">
                <a:solidFill>
                  <a:srgbClr val="1E1E1E"/>
                </a:solidFill>
                <a:latin typeface="Pretendard SemiBold"/>
              </a:rPr>
              <a:t> </a:t>
            </a:r>
            <a:r>
              <a:rPr lang="ko-KR" sz="3733" b="false" i="false" u="none" strike="noStrike">
                <a:solidFill>
                  <a:srgbClr val="1E1E1E"/>
                </a:solidFill>
                <a:ea typeface="Pretendard SemiBold"/>
              </a:rPr>
              <a:t>결과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90400" y="9486900"/>
            <a:ext cx="11798300" cy="1079500"/>
          </a:xfrm>
          <a:prstGeom prst="rect">
            <a:avLst/>
          </a:prstGeom>
        </p:spPr>
        <p:txBody>
          <a:bodyPr anchor="t" rtlCol="false"/>
          <a:lstStyle/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AI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모델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 4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대동작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분류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정확도에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대한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중요도가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가장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높음</a:t>
            </a:r>
          </a:p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탐지성능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,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사이클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타임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측정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오차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,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원가절약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부분에서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중요도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상대적으로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높음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3000" y="749300"/>
            <a:ext cx="4102100" cy="622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3466" b="false" i="false" u="none" strike="noStrike">
                <a:solidFill>
                  <a:srgbClr val="1E1E1E"/>
                </a:solidFill>
                <a:latin typeface="Pretendard ExtraBold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90400" y="3987800"/>
            <a:ext cx="10502900" cy="5588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ko-KR" sz="3200" b="false" i="false" u="none" strike="noStrike">
                <a:solidFill>
                  <a:srgbClr val="1E1E1E"/>
                </a:solidFill>
                <a:ea typeface="Pretendard SemiBold"/>
              </a:rPr>
              <a:t>기업</a:t>
            </a:r>
            <a:r>
              <a:rPr lang="en-US" sz="3200" b="false" i="false" u="none" strike="noStrike">
                <a:solidFill>
                  <a:srgbClr val="1E1E1E"/>
                </a:solidFill>
                <a:latin typeface="Pretendard SemiBold"/>
              </a:rPr>
              <a:t> </a:t>
            </a:r>
            <a:r>
              <a:rPr lang="ko-KR" sz="3200" b="false" i="false" u="none" strike="noStrike">
                <a:solidFill>
                  <a:srgbClr val="1E1E1E"/>
                </a:solidFill>
                <a:ea typeface="Pretendard SemiBold"/>
              </a:rPr>
              <a:t>요구사항</a:t>
            </a:r>
            <a:r>
              <a:rPr lang="en-US" sz="3200" b="false" i="false" u="none" strike="noStrike">
                <a:solidFill>
                  <a:srgbClr val="1E1E1E"/>
                </a:solidFill>
                <a:latin typeface="Pretendard SemiBold"/>
              </a:rPr>
              <a:t> </a:t>
            </a:r>
            <a:r>
              <a:rPr lang="ko-KR" sz="3200" b="false" i="false" u="none" strike="noStrike">
                <a:solidFill>
                  <a:srgbClr val="1E1E1E"/>
                </a:solidFill>
                <a:ea typeface="Pretendard SemiBold"/>
              </a:rPr>
              <a:t>반영</a:t>
            </a:r>
            <a:r>
              <a:rPr lang="en-US" sz="3200" b="false" i="false" u="none" strike="noStrike">
                <a:solidFill>
                  <a:srgbClr val="1E1E1E"/>
                </a:solidFill>
                <a:latin typeface="Pretendard SemiBold"/>
              </a:rPr>
              <a:t> QFD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76400" y="1828800"/>
            <a:ext cx="9423400" cy="11137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 rot="0">
            <a:off x="-22364700" y="-25400"/>
            <a:ext cx="41719500" cy="16497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 rot="0">
            <a:off x="-26123900" y="-25400"/>
            <a:ext cx="41719500" cy="16497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44600" y="2286000"/>
            <a:ext cx="127000" cy="635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43000" y="1562100"/>
            <a:ext cx="22237700" cy="25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778000" y="2044700"/>
            <a:ext cx="6324600" cy="1193800"/>
          </a:xfrm>
          <a:prstGeom prst="rect">
            <a:avLst/>
          </a:prstGeom>
        </p:spPr>
        <p:txBody>
          <a:bodyPr anchor="t" rtlCol="false" lIns="0" tIns="81280" rIns="0" bIns="0"/>
          <a:lstStyle/>
          <a:p>
            <a:pPr algn="l" lvl="0">
              <a:lnSpc>
                <a:spcPct val="99600"/>
              </a:lnSpc>
            </a:pPr>
            <a:r>
              <a:rPr lang="ko-KR" sz="6400" b="false" i="false" u="none" strike="noStrike">
                <a:solidFill>
                  <a:srgbClr val="1E1E1E"/>
                </a:solidFill>
                <a:ea typeface="Pretendard Black"/>
              </a:rPr>
              <a:t>아이디어</a:t>
            </a:r>
            <a:r>
              <a:rPr lang="en-US" sz="6400" b="false" i="false" u="none" strike="noStrike">
                <a:solidFill>
                  <a:srgbClr val="1E1E1E"/>
                </a:solidFill>
                <a:latin typeface="Pretendard Black"/>
              </a:rPr>
              <a:t> </a:t>
            </a:r>
            <a:r>
              <a:rPr lang="ko-KR" sz="6400" b="false" i="false" u="none" strike="noStrike">
                <a:solidFill>
                  <a:srgbClr val="1E1E1E"/>
                </a:solidFill>
                <a:ea typeface="Pretendard Black"/>
              </a:rPr>
              <a:t>생성</a:t>
            </a:r>
            <a:r>
              <a:rPr lang="en-US" sz="6400" b="false" i="false" u="none" strike="noStrike">
                <a:solidFill>
                  <a:srgbClr val="1E1E1E"/>
                </a:solidFill>
                <a:latin typeface="Pretendard Black"/>
              </a:rPr>
              <a:t> </a:t>
            </a:r>
            <a:r>
              <a:rPr lang="ko-KR" sz="6400" b="false" i="false" u="none" strike="noStrike">
                <a:solidFill>
                  <a:srgbClr val="1E1E1E"/>
                </a:solidFill>
                <a:ea typeface="Pretendard Black"/>
              </a:rPr>
              <a:t>과정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3000" y="749300"/>
            <a:ext cx="1790700" cy="622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3466" b="false" i="false" u="none" strike="noStrike">
                <a:solidFill>
                  <a:srgbClr val="1E1E1E"/>
                </a:solidFill>
                <a:latin typeface="Pretendard ExtraBold"/>
              </a:rPr>
              <a:t>03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69900" y="4165600"/>
            <a:ext cx="23012400" cy="87757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638300" y="3365500"/>
            <a:ext cx="11201400" cy="673100"/>
          </a:xfrm>
          <a:prstGeom prst="rect">
            <a:avLst/>
          </a:prstGeom>
        </p:spPr>
        <p:txBody>
          <a:bodyPr anchor="t" rtlCol="false" lIns="0" tIns="23706" rIns="0" bIns="0"/>
          <a:lstStyle/>
          <a:p>
            <a:pPr algn="l" lvl="0">
              <a:lnSpc>
                <a:spcPct val="107899"/>
              </a:lnSpc>
            </a:pPr>
            <a:r>
              <a:rPr lang="en-US" sz="3733" b="true" i="false" u="none" strike="noStrike">
                <a:solidFill>
                  <a:srgbClr val="1E1E1E"/>
                </a:solidFill>
                <a:latin typeface="Pretendard SemiBold"/>
              </a:rPr>
              <a:t> - </a:t>
            </a:r>
            <a:r>
              <a:rPr lang="ko-KR" sz="3733" b="true" i="false" u="none" strike="noStrike">
                <a:solidFill>
                  <a:srgbClr val="1E1E1E"/>
                </a:solidFill>
                <a:ea typeface="Pretendard SemiBold"/>
              </a:rPr>
              <a:t>브레인</a:t>
            </a:r>
            <a:r>
              <a:rPr lang="en-US" sz="3733" b="true" i="false" u="none" strike="noStrike">
                <a:solidFill>
                  <a:srgbClr val="1E1E1E"/>
                </a:solidFill>
                <a:latin typeface="Pretendard SemiBold"/>
              </a:rPr>
              <a:t> </a:t>
            </a:r>
            <a:r>
              <a:rPr lang="ko-KR" sz="3733" b="true" i="false" u="none" strike="noStrike">
                <a:solidFill>
                  <a:srgbClr val="1E1E1E"/>
                </a:solidFill>
                <a:ea typeface="Pretendard SemiBold"/>
              </a:rPr>
              <a:t>스토밍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 rot="0">
            <a:off x="-22364700" y="-25400"/>
            <a:ext cx="41719500" cy="16497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 rot="0">
            <a:off x="-26123900" y="-25400"/>
            <a:ext cx="41719500" cy="16497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49400" y="2133600"/>
            <a:ext cx="127000" cy="635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43000" y="1562100"/>
            <a:ext cx="22237700" cy="25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943100" y="1866900"/>
            <a:ext cx="7607300" cy="1193800"/>
          </a:xfrm>
          <a:prstGeom prst="rect">
            <a:avLst/>
          </a:prstGeom>
        </p:spPr>
        <p:txBody>
          <a:bodyPr anchor="t" rtlCol="false" lIns="0" tIns="81280" rIns="0" bIns="0"/>
          <a:lstStyle/>
          <a:p>
            <a:pPr algn="l" lvl="0">
              <a:lnSpc>
                <a:spcPct val="99600"/>
              </a:lnSpc>
            </a:pPr>
            <a:r>
              <a:rPr lang="ko-KR" sz="6400" b="false" i="false" u="none" strike="noStrike">
                <a:solidFill>
                  <a:srgbClr val="1E1E1E"/>
                </a:solidFill>
                <a:ea typeface="Pretendard Black"/>
              </a:rPr>
              <a:t>개념</a:t>
            </a:r>
            <a:r>
              <a:rPr lang="en-US" sz="6400" b="false" i="false" u="none" strike="noStrike">
                <a:solidFill>
                  <a:srgbClr val="1E1E1E"/>
                </a:solidFill>
                <a:latin typeface="Pretendard Black"/>
              </a:rPr>
              <a:t> </a:t>
            </a:r>
            <a:r>
              <a:rPr lang="ko-KR" sz="6400" b="false" i="false" u="none" strike="noStrike">
                <a:solidFill>
                  <a:srgbClr val="1E1E1E"/>
                </a:solidFill>
                <a:ea typeface="Pretendard Black"/>
              </a:rPr>
              <a:t>평가</a:t>
            </a:r>
            <a:r>
              <a:rPr lang="en-US" sz="6400" b="false" i="false" u="none" strike="noStrike">
                <a:solidFill>
                  <a:srgbClr val="1E1E1E"/>
                </a:solidFill>
                <a:latin typeface="Pretendard Black"/>
              </a:rPr>
              <a:t> </a:t>
            </a:r>
            <a:r>
              <a:rPr lang="ko-KR" sz="6400" b="false" i="false" u="none" strike="noStrike">
                <a:solidFill>
                  <a:srgbClr val="1E1E1E"/>
                </a:solidFill>
                <a:ea typeface="Pretendard Black"/>
              </a:rPr>
              <a:t>및</a:t>
            </a:r>
            <a:r>
              <a:rPr lang="en-US" sz="6400" b="false" i="false" u="none" strike="noStrike">
                <a:solidFill>
                  <a:srgbClr val="1E1E1E"/>
                </a:solidFill>
                <a:latin typeface="Pretendard Black"/>
              </a:rPr>
              <a:t> </a:t>
            </a:r>
            <a:r>
              <a:rPr lang="ko-KR" sz="6400" b="false" i="false" u="none" strike="noStrike">
                <a:solidFill>
                  <a:srgbClr val="1E1E1E"/>
                </a:solidFill>
                <a:ea typeface="Pretendard Black"/>
              </a:rPr>
              <a:t>선정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258800" y="10896600"/>
            <a:ext cx="9690100" cy="1638300"/>
          </a:xfrm>
          <a:prstGeom prst="rect">
            <a:avLst/>
          </a:prstGeom>
        </p:spPr>
        <p:txBody>
          <a:bodyPr anchor="t" rtlCol="false"/>
          <a:lstStyle/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false" i="false" u="none" strike="noStrike">
                <a:solidFill>
                  <a:srgbClr val="1E1E1E"/>
                </a:solidFill>
                <a:latin typeface="Pretendard Regular"/>
              </a:rPr>
              <a:t>QFD</a:t>
            </a:r>
            <a:r>
              <a:rPr lang="ko-KR" sz="2933" b="false" i="false" u="none" strike="noStrike">
                <a:solidFill>
                  <a:srgbClr val="1E1E1E"/>
                </a:solidFill>
                <a:ea typeface="Pretendard Regular"/>
              </a:rPr>
              <a:t>에서</a:t>
            </a:r>
            <a:r>
              <a:rPr lang="en-US" sz="2933" b="fals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1E1E1E"/>
                </a:solidFill>
                <a:ea typeface="Pretendard Regular"/>
              </a:rPr>
              <a:t>도출된</a:t>
            </a:r>
            <a:r>
              <a:rPr lang="en-US" sz="2933" b="fals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1E1E1E"/>
                </a:solidFill>
                <a:ea typeface="Pretendard Regular"/>
              </a:rPr>
              <a:t>설계</a:t>
            </a:r>
            <a:r>
              <a:rPr lang="en-US" sz="2933" b="fals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1E1E1E"/>
                </a:solidFill>
                <a:ea typeface="Pretendard Regular"/>
              </a:rPr>
              <a:t>특성</a:t>
            </a:r>
            <a:r>
              <a:rPr lang="en-US" sz="2933" b="false" i="false" u="none" strike="noStrike">
                <a:solidFill>
                  <a:srgbClr val="1E1E1E"/>
                </a:solidFill>
                <a:latin typeface="Pretendard Regular"/>
              </a:rPr>
              <a:t>(</a:t>
            </a:r>
            <a:r>
              <a:rPr lang="ko-KR" sz="2933" b="false" i="false" u="none" strike="noStrike">
                <a:solidFill>
                  <a:srgbClr val="1E1E1E"/>
                </a:solidFill>
                <a:ea typeface="Pretendard Regular"/>
              </a:rPr>
              <a:t>정확도</a:t>
            </a:r>
            <a:r>
              <a:rPr lang="en-US" sz="2933" b="false" i="false" u="none" strike="noStrike">
                <a:solidFill>
                  <a:srgbClr val="1E1E1E"/>
                </a:solidFill>
                <a:latin typeface="Pretendard Regular"/>
              </a:rPr>
              <a:t>·</a:t>
            </a:r>
            <a:r>
              <a:rPr lang="ko-KR" sz="2933" b="false" i="false" u="none" strike="noStrike">
                <a:solidFill>
                  <a:srgbClr val="1E1E1E"/>
                </a:solidFill>
                <a:ea typeface="Pretendard Regular"/>
              </a:rPr>
              <a:t>효율</a:t>
            </a:r>
            <a:r>
              <a:rPr lang="en-US" sz="2933" b="false" i="false" u="none" strike="noStrike">
                <a:solidFill>
                  <a:srgbClr val="1E1E1E"/>
                </a:solidFill>
                <a:latin typeface="Pretendard Regular"/>
              </a:rPr>
              <a:t>·</a:t>
            </a:r>
            <a:r>
              <a:rPr lang="ko-KR" sz="2933" b="false" i="false" u="none" strike="noStrike">
                <a:solidFill>
                  <a:srgbClr val="1E1E1E"/>
                </a:solidFill>
                <a:ea typeface="Pretendard Regular"/>
              </a:rPr>
              <a:t>비용</a:t>
            </a:r>
            <a:r>
              <a:rPr lang="en-US" sz="2933" b="false" i="false" u="none" strike="noStrike">
                <a:solidFill>
                  <a:srgbClr val="1E1E1E"/>
                </a:solidFill>
                <a:latin typeface="Pretendard Regular"/>
              </a:rPr>
              <a:t>·</a:t>
            </a:r>
            <a:r>
              <a:rPr lang="ko-KR" sz="2933" b="false" i="false" u="none" strike="noStrike">
                <a:solidFill>
                  <a:srgbClr val="1E1E1E"/>
                </a:solidFill>
                <a:ea typeface="Pretendard Regular"/>
              </a:rPr>
              <a:t>가시성</a:t>
            </a:r>
            <a:r>
              <a:rPr lang="en-US" sz="2933" b="false" i="false" u="none" strike="noStrike">
                <a:solidFill>
                  <a:srgbClr val="1E1E1E"/>
                </a:solidFill>
                <a:latin typeface="Pretendard Regular"/>
              </a:rPr>
              <a:t>·</a:t>
            </a:r>
            <a:r>
              <a:rPr lang="ko-KR" sz="2933" b="false" i="false" u="none" strike="noStrike">
                <a:solidFill>
                  <a:srgbClr val="1E1E1E"/>
                </a:solidFill>
                <a:ea typeface="Pretendard Regular"/>
              </a:rPr>
              <a:t>환경강인성</a:t>
            </a:r>
            <a:r>
              <a:rPr lang="en-US" sz="2933" b="false" i="false" u="none" strike="noStrike">
                <a:solidFill>
                  <a:srgbClr val="1E1E1E"/>
                </a:solidFill>
                <a:latin typeface="Pretendard Regular"/>
              </a:rPr>
              <a:t>)</a:t>
            </a:r>
            <a:r>
              <a:rPr lang="ko-KR" sz="2933" b="false" i="false" u="none" strike="noStrike">
                <a:solidFill>
                  <a:srgbClr val="1E1E1E"/>
                </a:solidFill>
                <a:ea typeface="Pretendard Regular"/>
              </a:rPr>
              <a:t>을</a:t>
            </a:r>
            <a:r>
              <a:rPr lang="en-US" sz="2933" b="fals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1E1E1E"/>
                </a:solidFill>
                <a:ea typeface="Pretendard Regular"/>
              </a:rPr>
              <a:t>만족하는</a:t>
            </a:r>
            <a:r>
              <a:rPr lang="en-US" sz="2933" b="fals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1E1E1E"/>
                </a:solidFill>
                <a:ea typeface="Pretendard Regular"/>
              </a:rPr>
              <a:t>분류</a:t>
            </a:r>
            <a:r>
              <a:rPr lang="en-US" sz="2933" b="fals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1E1E1E"/>
                </a:solidFill>
                <a:ea typeface="Pretendard Regular"/>
              </a:rPr>
              <a:t>컨셉</a:t>
            </a:r>
            <a:r>
              <a:rPr lang="en-US" sz="2933" b="false" i="false" u="none" strike="noStrike">
                <a:solidFill>
                  <a:srgbClr val="1E1E1E"/>
                </a:solidFill>
                <a:latin typeface="Pretendard Regular"/>
              </a:rPr>
              <a:t> 6</a:t>
            </a:r>
            <a:r>
              <a:rPr lang="ko-KR" sz="2933" b="false" i="false" u="none" strike="noStrike">
                <a:solidFill>
                  <a:srgbClr val="1E1E1E"/>
                </a:solidFill>
                <a:ea typeface="Pretendard Regular"/>
              </a:rPr>
              <a:t>가지를</a:t>
            </a:r>
            <a:r>
              <a:rPr lang="en-US" sz="2933" b="fals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1E1E1E"/>
                </a:solidFill>
                <a:ea typeface="Pretendard Regular"/>
              </a:rPr>
              <a:t>생성하고</a:t>
            </a:r>
            <a:r>
              <a:rPr lang="en-US" sz="2933" b="false" i="false" u="none" strike="noStrike">
                <a:solidFill>
                  <a:srgbClr val="1E1E1E"/>
                </a:solidFill>
                <a:latin typeface="Pretendard Regular"/>
              </a:rPr>
              <a:t>, Pugh Matrix</a:t>
            </a:r>
            <a:r>
              <a:rPr lang="ko-KR" sz="2933" b="false" i="false" u="none" strike="noStrike">
                <a:solidFill>
                  <a:srgbClr val="1E1E1E"/>
                </a:solidFill>
                <a:ea typeface="Pretendard Regular"/>
              </a:rPr>
              <a:t>로</a:t>
            </a:r>
            <a:r>
              <a:rPr lang="en-US" sz="2933" b="fals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1E1E1E"/>
                </a:solidFill>
                <a:ea typeface="Pretendard Regular"/>
              </a:rPr>
              <a:t>상위</a:t>
            </a:r>
            <a:r>
              <a:rPr lang="en-US" sz="2933" b="false" i="false" u="none" strike="noStrike">
                <a:solidFill>
                  <a:srgbClr val="1E1E1E"/>
                </a:solidFill>
                <a:latin typeface="Pretendard Regular"/>
              </a:rPr>
              <a:t> 3</a:t>
            </a:r>
            <a:r>
              <a:rPr lang="ko-KR" sz="2933" b="false" i="false" u="none" strike="noStrike">
                <a:solidFill>
                  <a:srgbClr val="1E1E1E"/>
                </a:solidFill>
                <a:ea typeface="Pretendard Regular"/>
              </a:rPr>
              <a:t>개</a:t>
            </a:r>
            <a:r>
              <a:rPr lang="en" sz="2933" b="false" i="false" u="sng" strike="noStrike">
                <a:solidFill>
                  <a:srgbClr val="FC5230"/>
                </a:solidFill>
                <a:latin typeface="Pretendard Regular"/>
              </a:rPr>
              <a:t>(</a:t>
            </a:r>
            <a:r>
              <a:rPr lang="ko-KR" sz="2933" b="true" i="false" u="sng" strike="noStrike">
                <a:solidFill>
                  <a:srgbClr val="FC5230"/>
                </a:solidFill>
                <a:ea typeface="Pretendard Regular"/>
              </a:rPr>
              <a:t>역기구학</a:t>
            </a:r>
            <a:r>
              <a:rPr lang="en-US" sz="2933" b="true" i="false" u="sng" strike="noStrike">
                <a:solidFill>
                  <a:srgbClr val="FC5230"/>
                </a:solidFill>
                <a:latin typeface="Pretendard Regular"/>
              </a:rPr>
              <a:t>·</a:t>
            </a:r>
            <a:r>
              <a:rPr lang="ko-KR" sz="2933" b="true" i="false" u="sng" strike="noStrike">
                <a:solidFill>
                  <a:srgbClr val="FC5230"/>
                </a:solidFill>
                <a:ea typeface="Pretendard Regular"/>
              </a:rPr>
              <a:t>버킷</a:t>
            </a:r>
            <a:r>
              <a:rPr lang="en-US" sz="2933" b="true" i="false" u="sng" strike="noStrike">
                <a:solidFill>
                  <a:srgbClr val="FC5230"/>
                </a:solidFill>
                <a:latin typeface="Pretendard Regular"/>
              </a:rPr>
              <a:t> </a:t>
            </a:r>
            <a:r>
              <a:rPr lang="ko-KR" sz="2933" b="true" i="false" u="sng" strike="noStrike">
                <a:solidFill>
                  <a:srgbClr val="FC5230"/>
                </a:solidFill>
                <a:ea typeface="Pretendard Regular"/>
              </a:rPr>
              <a:t>채움률</a:t>
            </a:r>
            <a:r>
              <a:rPr lang="en-US" sz="2933" b="true" i="false" u="sng" strike="noStrike">
                <a:solidFill>
                  <a:srgbClr val="FC5230"/>
                </a:solidFill>
                <a:latin typeface="Pretendard Regular"/>
              </a:rPr>
              <a:t>·</a:t>
            </a:r>
            <a:r>
              <a:rPr lang="ko-KR" sz="2933" b="true" i="false" u="sng" strike="noStrike">
                <a:solidFill>
                  <a:srgbClr val="FC5230"/>
                </a:solidFill>
                <a:ea typeface="Pretendard Regular"/>
              </a:rPr>
              <a:t>스트레인</a:t>
            </a:r>
            <a:r>
              <a:rPr lang="en-US" sz="2933" b="true" i="false" u="sng" strike="noStrike">
                <a:solidFill>
                  <a:srgbClr val="FC5230"/>
                </a:solidFill>
                <a:latin typeface="Pretendard Regular"/>
              </a:rPr>
              <a:t> </a:t>
            </a:r>
            <a:r>
              <a:rPr lang="ko-KR" sz="2933" b="true" i="false" u="sng" strike="noStrike">
                <a:solidFill>
                  <a:srgbClr val="FC5230"/>
                </a:solidFill>
                <a:ea typeface="Pretendard Regular"/>
              </a:rPr>
              <a:t>게이지</a:t>
            </a:r>
            <a:r>
              <a:rPr lang="en" sz="2933" b="false" i="false" u="sng" strike="noStrike">
                <a:solidFill>
                  <a:srgbClr val="FC5230"/>
                </a:solidFill>
                <a:latin typeface="Pretendard Regular"/>
              </a:rPr>
              <a:t>)</a:t>
            </a:r>
            <a:r>
              <a:rPr lang="ko-KR" sz="2933" b="false" i="false" u="none" strike="noStrike">
                <a:solidFill>
                  <a:srgbClr val="1E1E1E"/>
                </a:solidFill>
                <a:ea typeface="Pretendard Regular"/>
              </a:rPr>
              <a:t>를</a:t>
            </a:r>
            <a:r>
              <a:rPr lang="en-US" sz="2933" b="fals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1E1E1E"/>
                </a:solidFill>
                <a:ea typeface="Pretendard Regular"/>
              </a:rPr>
              <a:t>선정</a:t>
            </a:r>
            <a:br>
              <a:rPr lang="ko-KR" sz="2933" b="false" i="false" u="none" strike="noStrike">
                <a:solidFill>
                  <a:srgbClr val="1E1E1E"/>
                </a:solidFill>
                <a:ea typeface="Pretendard Regular"/>
              </a:rPr>
            </a:br>
          </a:p>
        </p:txBody>
      </p:sp>
      <p:sp>
        <p:nvSpPr>
          <p:cNvPr name="TextBox 8" id="8"/>
          <p:cNvSpPr txBox="true"/>
          <p:nvPr/>
        </p:nvSpPr>
        <p:spPr>
          <a:xfrm rot="0">
            <a:off x="1143000" y="749300"/>
            <a:ext cx="939800" cy="622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3466" b="false" i="false" u="none" strike="noStrike">
                <a:solidFill>
                  <a:srgbClr val="1E1E1E"/>
                </a:solidFill>
                <a:latin typeface="Pretendard ExtraBold"/>
              </a:rPr>
              <a:t>04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43100" y="3035300"/>
            <a:ext cx="7467600" cy="5207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ko-KR" sz="3200" b="false" i="false" u="none" strike="noStrike">
                <a:solidFill>
                  <a:srgbClr val="1E1E1E"/>
                </a:solidFill>
                <a:ea typeface="Pretendard SemiBold"/>
              </a:rPr>
              <a:t>푸의</a:t>
            </a:r>
            <a:r>
              <a:rPr lang="en-US" sz="3200" b="false" i="false" u="none" strike="noStrike">
                <a:solidFill>
                  <a:srgbClr val="1E1E1E"/>
                </a:solidFill>
                <a:latin typeface="Pretendard SemiBold"/>
              </a:rPr>
              <a:t> </a:t>
            </a:r>
            <a:r>
              <a:rPr lang="ko-KR" sz="3200" b="false" i="false" u="none" strike="noStrike">
                <a:solidFill>
                  <a:srgbClr val="1E1E1E"/>
                </a:solidFill>
                <a:ea typeface="Pretendard SemiBold"/>
              </a:rPr>
              <a:t>방법을</a:t>
            </a:r>
            <a:r>
              <a:rPr lang="en-US" sz="3200" b="false" i="false" u="none" strike="noStrike">
                <a:solidFill>
                  <a:srgbClr val="1E1E1E"/>
                </a:solidFill>
                <a:latin typeface="Pretendard SemiBold"/>
              </a:rPr>
              <a:t> </a:t>
            </a:r>
            <a:r>
              <a:rPr lang="ko-KR" sz="3200" b="false" i="false" u="none" strike="noStrike">
                <a:solidFill>
                  <a:srgbClr val="1E1E1E"/>
                </a:solidFill>
                <a:ea typeface="Pretendard SemiBold"/>
              </a:rPr>
              <a:t>통한</a:t>
            </a:r>
            <a:r>
              <a:rPr lang="en-US" sz="3200" b="false" i="false" u="none" strike="noStrike">
                <a:solidFill>
                  <a:srgbClr val="1E1E1E"/>
                </a:solidFill>
                <a:latin typeface="Pretendard SemiBold"/>
              </a:rPr>
              <a:t> </a:t>
            </a:r>
            <a:r>
              <a:rPr lang="ko-KR" sz="3200" b="false" i="false" u="none" strike="noStrike">
                <a:solidFill>
                  <a:srgbClr val="1E1E1E"/>
                </a:solidFill>
                <a:ea typeface="Pretendard SemiBold"/>
              </a:rPr>
              <a:t>분석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76400" y="10896600"/>
            <a:ext cx="9347200" cy="1638300"/>
          </a:xfrm>
          <a:prstGeom prst="rect">
            <a:avLst/>
          </a:prstGeom>
        </p:spPr>
        <p:txBody>
          <a:bodyPr anchor="t" rtlCol="false"/>
          <a:lstStyle/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933" b="false" i="false" u="none" strike="noStrike">
                <a:solidFill>
                  <a:srgbClr val="1E1E1E"/>
                </a:solidFill>
                <a:ea typeface="Pretendard Regular"/>
              </a:rPr>
              <a:t>각</a:t>
            </a:r>
            <a:r>
              <a:rPr lang="en-US" sz="2933" b="fals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1E1E1E"/>
                </a:solidFill>
                <a:ea typeface="Pretendard Regular"/>
              </a:rPr>
              <a:t>컨셉의</a:t>
            </a:r>
            <a:r>
              <a:rPr lang="en-US" sz="2933" b="fals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1E1E1E"/>
                </a:solidFill>
                <a:ea typeface="Pretendard Regular"/>
              </a:rPr>
              <a:t>장단을</a:t>
            </a:r>
            <a:r>
              <a:rPr lang="en-US" sz="2933" b="fals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1E1E1E"/>
                </a:solidFill>
                <a:ea typeface="Pretendard Regular"/>
              </a:rPr>
              <a:t>간단히</a:t>
            </a:r>
            <a:r>
              <a:rPr lang="en-US" sz="2933" b="fals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1E1E1E"/>
                </a:solidFill>
                <a:ea typeface="Pretendard Regular"/>
              </a:rPr>
              <a:t>검토</a:t>
            </a:r>
            <a:r>
              <a:rPr lang="en-US" sz="2933" b="fals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1E1E1E"/>
                </a:solidFill>
                <a:ea typeface="Pretendard Regular"/>
              </a:rPr>
              <a:t>후</a:t>
            </a:r>
            <a:r>
              <a:rPr lang="en-US" sz="2933" b="false" i="false" u="none" strike="noStrike">
                <a:solidFill>
                  <a:srgbClr val="1E1E1E"/>
                </a:solidFill>
                <a:latin typeface="Pretendard Regular"/>
              </a:rPr>
              <a:t> Pugh Matrix</a:t>
            </a:r>
            <a:r>
              <a:rPr lang="ko-KR" sz="2933" b="false" i="false" u="none" strike="noStrike">
                <a:solidFill>
                  <a:srgbClr val="1E1E1E"/>
                </a:solidFill>
                <a:ea typeface="Pretendard Regular"/>
              </a:rPr>
              <a:t>로</a:t>
            </a:r>
            <a:r>
              <a:rPr lang="en-US" sz="2933" b="fals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1E1E1E"/>
                </a:solidFill>
                <a:ea typeface="Pretendard Regular"/>
              </a:rPr>
              <a:t>정량</a:t>
            </a:r>
            <a:r>
              <a:rPr lang="en-US" sz="2933" b="fals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1E1E1E"/>
                </a:solidFill>
                <a:ea typeface="Pretendard Regular"/>
              </a:rPr>
              <a:t>비교</a:t>
            </a:r>
            <a:r>
              <a:rPr lang="en-US" sz="2933" b="false" i="false" u="none" strike="noStrike">
                <a:solidFill>
                  <a:srgbClr val="1E1E1E"/>
                </a:solidFill>
                <a:latin typeface="Pretendard Regular"/>
              </a:rPr>
              <a:t>, </a:t>
            </a:r>
            <a:r>
              <a:rPr lang="ko-KR" sz="2933" b="false" i="false" u="none" strike="noStrike">
                <a:solidFill>
                  <a:srgbClr val="1E1E1E"/>
                </a:solidFill>
                <a:ea typeface="Pretendard Regular"/>
              </a:rPr>
              <a:t>역기구학이</a:t>
            </a:r>
            <a:r>
              <a:rPr lang="en-US" sz="2933" b="fals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1E1E1E"/>
                </a:solidFill>
                <a:ea typeface="Pretendard Regular"/>
              </a:rPr>
              <a:t>비용</a:t>
            </a:r>
            <a:r>
              <a:rPr lang="en-US" sz="2933" b="false" i="false" u="none" strike="noStrike">
                <a:solidFill>
                  <a:srgbClr val="1E1E1E"/>
                </a:solidFill>
                <a:latin typeface="Pretendard Regular"/>
              </a:rPr>
              <a:t>·</a:t>
            </a:r>
            <a:r>
              <a:rPr lang="ko-KR" sz="2933" b="false" i="false" u="none" strike="noStrike">
                <a:solidFill>
                  <a:srgbClr val="1E1E1E"/>
                </a:solidFill>
                <a:ea typeface="Pretendard Regular"/>
              </a:rPr>
              <a:t>강인성</a:t>
            </a:r>
            <a:r>
              <a:rPr lang="en-US" sz="2933" b="false" i="false" u="none" strike="noStrike">
                <a:solidFill>
                  <a:srgbClr val="1E1E1E"/>
                </a:solidFill>
                <a:latin typeface="Pretendard Regular"/>
              </a:rPr>
              <a:t>·</a:t>
            </a:r>
            <a:r>
              <a:rPr lang="ko-KR" sz="2933" b="false" i="false" u="none" strike="noStrike">
                <a:solidFill>
                  <a:srgbClr val="1E1E1E"/>
                </a:solidFill>
                <a:ea typeface="Pretendard Regular"/>
              </a:rPr>
              <a:t>효율에서</a:t>
            </a:r>
            <a:r>
              <a:rPr lang="en-US" sz="2933" b="false" i="false" u="none" strike="noStrike">
                <a:solidFill>
                  <a:srgbClr val="1E1E1E"/>
                </a:solidFill>
                <a:latin typeface="Pretendard Regular"/>
              </a:rPr>
              <a:t> 1</a:t>
            </a:r>
            <a:r>
              <a:rPr lang="ko-KR" sz="2933" b="false" i="false" u="none" strike="noStrike">
                <a:solidFill>
                  <a:srgbClr val="1E1E1E"/>
                </a:solidFill>
                <a:ea typeface="Pretendard Regular"/>
              </a:rPr>
              <a:t>위</a:t>
            </a:r>
            <a:r>
              <a:rPr lang="en-US" sz="2933" b="false" i="false" u="none" strike="noStrike">
                <a:solidFill>
                  <a:srgbClr val="1E1E1E"/>
                </a:solidFill>
                <a:latin typeface="Pretendard Regular"/>
              </a:rPr>
              <a:t>,
</a:t>
            </a:r>
            <a:r>
              <a:rPr lang="ko-KR" sz="2933" b="false" i="false" u="none" strike="noStrike">
                <a:solidFill>
                  <a:srgbClr val="1E1E1E"/>
                </a:solidFill>
                <a:ea typeface="Pretendard Regular"/>
              </a:rPr>
              <a:t>버킷</a:t>
            </a:r>
            <a:r>
              <a:rPr lang="en-US" sz="2933" b="fals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1E1E1E"/>
                </a:solidFill>
                <a:ea typeface="Pretendard Regular"/>
              </a:rPr>
              <a:t>채움률과</a:t>
            </a:r>
            <a:r>
              <a:rPr lang="en-US" sz="2933" b="fals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1E1E1E"/>
                </a:solidFill>
                <a:ea typeface="Pretendard Regular"/>
              </a:rPr>
              <a:t>스트레인</a:t>
            </a:r>
            <a:r>
              <a:rPr lang="en-US" sz="2933" b="fals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1E1E1E"/>
                </a:solidFill>
                <a:ea typeface="Pretendard Regular"/>
              </a:rPr>
              <a:t>게이지가</a:t>
            </a:r>
            <a:r>
              <a:rPr lang="en-US" sz="2933" b="fals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1E1E1E"/>
                </a:solidFill>
                <a:ea typeface="Pretendard Regular"/>
              </a:rPr>
              <a:t>공동</a:t>
            </a:r>
            <a:r>
              <a:rPr lang="en-US" sz="2933" b="false" i="false" u="none" strike="noStrike">
                <a:solidFill>
                  <a:srgbClr val="1E1E1E"/>
                </a:solidFill>
                <a:latin typeface="Pretendard Regular"/>
              </a:rPr>
              <a:t> 2</a:t>
            </a:r>
            <a:r>
              <a:rPr lang="ko-KR" sz="2933" b="false" i="false" u="none" strike="noStrike">
                <a:solidFill>
                  <a:srgbClr val="1E1E1E"/>
                </a:solidFill>
                <a:ea typeface="Pretendard Regular"/>
              </a:rPr>
              <a:t>위</a:t>
            </a:r>
            <a:br>
              <a:rPr lang="ko-KR" sz="2933" b="false" i="false" u="none" strike="noStrike">
                <a:solidFill>
                  <a:srgbClr val="1E1E1E"/>
                </a:solidFill>
                <a:ea typeface="Pretendard Regular"/>
              </a:rPr>
            </a:b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12900" y="4064000"/>
            <a:ext cx="20980400" cy="5575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 rot="0">
            <a:off x="-22364700" y="-25400"/>
            <a:ext cx="41719500" cy="16497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 rot="0">
            <a:off x="-26123900" y="-25400"/>
            <a:ext cx="41719500" cy="16497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433300" y="2324100"/>
            <a:ext cx="10388600" cy="6718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43000" y="1562100"/>
            <a:ext cx="222377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00200" y="2921000"/>
            <a:ext cx="127000" cy="6350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498600" y="5283200"/>
            <a:ext cx="11201400" cy="673100"/>
          </a:xfrm>
          <a:prstGeom prst="rect">
            <a:avLst/>
          </a:prstGeom>
        </p:spPr>
        <p:txBody>
          <a:bodyPr anchor="t" rtlCol="false" lIns="0" tIns="23706" rIns="0" bIns="0"/>
          <a:lstStyle/>
          <a:p>
            <a:pPr algn="l" lvl="0">
              <a:lnSpc>
                <a:spcPct val="107899"/>
              </a:lnSpc>
            </a:pPr>
            <a:r>
              <a:rPr lang="ko-KR" sz="3733" b="false" i="false" u="none" strike="noStrike">
                <a:solidFill>
                  <a:srgbClr val="1E1E1E"/>
                </a:solidFill>
                <a:ea typeface="Pretendard SemiBold"/>
              </a:rPr>
              <a:t>영상정보</a:t>
            </a:r>
            <a:r>
              <a:rPr lang="en-US" sz="3733" b="false" i="false" u="none" strike="noStrike">
                <a:solidFill>
                  <a:srgbClr val="1E1E1E"/>
                </a:solidFill>
                <a:latin typeface="Pretendard SemiBold"/>
              </a:rPr>
              <a:t> </a:t>
            </a:r>
            <a:r>
              <a:rPr lang="ko-KR" sz="3733" b="false" i="false" u="none" strike="noStrike">
                <a:solidFill>
                  <a:srgbClr val="1E1E1E"/>
                </a:solidFill>
                <a:ea typeface="Pretendard SemiBold"/>
              </a:rPr>
              <a:t>바탕으로</a:t>
            </a:r>
            <a:r>
              <a:rPr lang="en-US" sz="3733" b="false" i="false" u="none" strike="noStrike">
                <a:solidFill>
                  <a:srgbClr val="1E1E1E"/>
                </a:solidFill>
                <a:latin typeface="Pretendard SemiBold"/>
              </a:rPr>
              <a:t> </a:t>
            </a:r>
            <a:r>
              <a:rPr lang="ko-KR" sz="3733" b="true" i="false" u="sng" strike="noStrike">
                <a:solidFill>
                  <a:srgbClr val="1E1E1E"/>
                </a:solidFill>
                <a:ea typeface="Pretendard SemiBold"/>
              </a:rPr>
              <a:t>역기구학</a:t>
            </a:r>
            <a:r>
              <a:rPr lang="en-US" sz="3733" b="true" i="false" u="sng" strike="noStrike">
                <a:solidFill>
                  <a:srgbClr val="1E1E1E"/>
                </a:solidFill>
                <a:latin typeface="Pretendard SemiBold"/>
              </a:rPr>
              <a:t> </a:t>
            </a:r>
            <a:r>
              <a:rPr lang="ko-KR" sz="3733" b="true" i="false" u="sng" strike="noStrike">
                <a:solidFill>
                  <a:srgbClr val="1E1E1E"/>
                </a:solidFill>
                <a:ea typeface="Pretendard SemiBold"/>
              </a:rPr>
              <a:t>활용</a:t>
            </a:r>
            <a:r>
              <a:rPr lang="ko-KR" sz="3733" b="false" i="false" u="none" strike="noStrike">
                <a:solidFill>
                  <a:srgbClr val="1E1E1E"/>
                </a:solidFill>
                <a:ea typeface="Pretendard SemiBold"/>
              </a:rPr>
              <a:t>하여</a:t>
            </a:r>
            <a:r>
              <a:rPr lang="en-US" sz="3733" b="false" i="false" u="none" strike="noStrike">
                <a:solidFill>
                  <a:srgbClr val="1E1E1E"/>
                </a:solidFill>
                <a:latin typeface="Pretendard SemiBold"/>
              </a:rPr>
              <a:t> </a:t>
            </a:r>
            <a:r>
              <a:rPr lang="ko-KR" sz="3733" b="false" i="false" u="none" strike="noStrike">
                <a:solidFill>
                  <a:srgbClr val="1E1E1E"/>
                </a:solidFill>
                <a:ea typeface="Pretendard SemiBold"/>
              </a:rPr>
              <a:t>분류하는</a:t>
            </a:r>
            <a:r>
              <a:rPr lang="en-US" sz="3733" b="false" i="false" u="none" strike="noStrike">
                <a:solidFill>
                  <a:srgbClr val="1E1E1E"/>
                </a:solidFill>
                <a:latin typeface="Pretendard SemiBold"/>
              </a:rPr>
              <a:t> </a:t>
            </a:r>
            <a:r>
              <a:rPr lang="ko-KR" sz="3733" b="false" i="false" u="none" strike="noStrike">
                <a:solidFill>
                  <a:srgbClr val="1E1E1E"/>
                </a:solidFill>
                <a:ea typeface="Pretendard SemiBold"/>
              </a:rPr>
              <a:t>방식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33600" y="2692400"/>
            <a:ext cx="3238500" cy="1143000"/>
          </a:xfrm>
          <a:prstGeom prst="rect">
            <a:avLst/>
          </a:prstGeom>
        </p:spPr>
        <p:txBody>
          <a:bodyPr anchor="t" rtlCol="false" lIns="0" tIns="81280" rIns="0" bIns="0"/>
          <a:lstStyle/>
          <a:p>
            <a:pPr algn="l" lvl="0">
              <a:lnSpc>
                <a:spcPct val="99600"/>
              </a:lnSpc>
            </a:pPr>
            <a:r>
              <a:rPr lang="ko-KR" sz="6400" b="false" i="false" u="none" strike="noStrike">
                <a:solidFill>
                  <a:srgbClr val="1E1E1E"/>
                </a:solidFill>
                <a:ea typeface="Pretendard Black"/>
              </a:rPr>
              <a:t>구현</a:t>
            </a:r>
            <a:r>
              <a:rPr lang="en-US" sz="6400" b="false" i="false" u="none" strike="noStrike">
                <a:solidFill>
                  <a:srgbClr val="1E1E1E"/>
                </a:solidFill>
                <a:latin typeface="Pretendard Black"/>
              </a:rPr>
              <a:t> </a:t>
            </a:r>
            <a:r>
              <a:rPr lang="ko-KR" sz="6400" b="false" i="false" u="none" strike="noStrike">
                <a:solidFill>
                  <a:srgbClr val="1E1E1E"/>
                </a:solidFill>
                <a:ea typeface="Pretendard Black"/>
              </a:rPr>
              <a:t>방안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98600" y="6375400"/>
            <a:ext cx="11201400" cy="736600"/>
          </a:xfrm>
          <a:prstGeom prst="rect">
            <a:avLst/>
          </a:prstGeom>
        </p:spPr>
        <p:txBody>
          <a:bodyPr anchor="t" rtlCol="false" lIns="0" tIns="23706" rIns="0" bIns="0"/>
          <a:lstStyle/>
          <a:p>
            <a:pPr algn="l" lvl="0">
              <a:lnSpc>
                <a:spcPct val="107899"/>
              </a:lnSpc>
            </a:pPr>
            <a:r>
              <a:rPr lang="ko-KR" sz="3733" b="false" i="false" u="none" strike="noStrike">
                <a:solidFill>
                  <a:srgbClr val="1E1E1E"/>
                </a:solidFill>
                <a:ea typeface="Pretendard SemiBold"/>
              </a:rPr>
              <a:t>영상정보</a:t>
            </a:r>
            <a:r>
              <a:rPr lang="en-US" sz="3733" b="false" i="false" u="none" strike="noStrike">
                <a:solidFill>
                  <a:srgbClr val="1E1E1E"/>
                </a:solidFill>
                <a:latin typeface="Pretendard SemiBold"/>
              </a:rPr>
              <a:t> </a:t>
            </a:r>
            <a:r>
              <a:rPr lang="ko-KR" sz="3733" b="false" i="false" u="none" strike="noStrike">
                <a:solidFill>
                  <a:srgbClr val="1E1E1E"/>
                </a:solidFill>
                <a:ea typeface="Pretendard SemiBold"/>
              </a:rPr>
              <a:t>바탕으로</a:t>
            </a:r>
            <a:r>
              <a:rPr lang="en-US" sz="3733" b="false" i="false" u="none" strike="noStrike">
                <a:solidFill>
                  <a:srgbClr val="1E1E1E"/>
                </a:solidFill>
                <a:latin typeface="Pretendard SemiBold"/>
              </a:rPr>
              <a:t> </a:t>
            </a:r>
            <a:r>
              <a:rPr lang="en" sz="3733" b="true" i="false" u="sng" strike="noStrike">
                <a:solidFill>
                  <a:srgbClr val="1E1E1E"/>
                </a:solidFill>
                <a:ea typeface="Pretendard SemiBold"/>
              </a:rPr>
              <a:t>버킷채움률</a:t>
            </a:r>
            <a:r>
              <a:rPr lang="en-US" sz="3733" b="false" i="false" u="none" strike="noStrike">
                <a:solidFill>
                  <a:srgbClr val="1E1E1E"/>
                </a:solidFill>
                <a:latin typeface="Pretendard SemiBold"/>
              </a:rPr>
              <a:t> </a:t>
            </a:r>
            <a:r>
              <a:rPr lang="ko-KR" sz="3733" b="false" i="false" u="none" strike="noStrike">
                <a:solidFill>
                  <a:srgbClr val="1E1E1E"/>
                </a:solidFill>
                <a:ea typeface="Pretendard SemiBold"/>
              </a:rPr>
              <a:t>기준으로</a:t>
            </a:r>
            <a:r>
              <a:rPr lang="en-US" sz="3733" b="false" i="false" u="none" strike="noStrike">
                <a:solidFill>
                  <a:srgbClr val="1E1E1E"/>
                </a:solidFill>
                <a:latin typeface="Pretendard SemiBold"/>
              </a:rPr>
              <a:t> </a:t>
            </a:r>
            <a:r>
              <a:rPr lang="ko-KR" sz="3733" b="false" i="false" u="none" strike="noStrike">
                <a:solidFill>
                  <a:srgbClr val="1E1E1E"/>
                </a:solidFill>
                <a:ea typeface="Pretendard SemiBold"/>
              </a:rPr>
              <a:t>분류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98600" y="7531100"/>
            <a:ext cx="11201400" cy="736600"/>
          </a:xfrm>
          <a:prstGeom prst="rect">
            <a:avLst/>
          </a:prstGeom>
        </p:spPr>
        <p:txBody>
          <a:bodyPr anchor="t" rtlCol="false" lIns="0" tIns="23706" rIns="0" bIns="0"/>
          <a:lstStyle/>
          <a:p>
            <a:pPr algn="l" lvl="0">
              <a:lnSpc>
                <a:spcPct val="107899"/>
              </a:lnSpc>
            </a:pPr>
            <a:r>
              <a:rPr lang="ko-KR" sz="3733" b="true" i="false" u="sng" strike="noStrike">
                <a:solidFill>
                  <a:srgbClr val="1E1E1E"/>
                </a:solidFill>
                <a:ea typeface="Pretendard SemiBold"/>
              </a:rPr>
              <a:t>변형률</a:t>
            </a:r>
            <a:r>
              <a:rPr lang="en-US" sz="3733" b="true" i="false" u="sng" strike="noStrike">
                <a:solidFill>
                  <a:srgbClr val="1E1E1E"/>
                </a:solidFill>
                <a:latin typeface="Pretendard SemiBold"/>
              </a:rPr>
              <a:t> </a:t>
            </a:r>
            <a:r>
              <a:rPr lang="ko-KR" sz="3733" b="true" i="false" u="sng" strike="noStrike">
                <a:solidFill>
                  <a:srgbClr val="1E1E1E"/>
                </a:solidFill>
                <a:ea typeface="Pretendard SemiBold"/>
              </a:rPr>
              <a:t>센서</a:t>
            </a:r>
            <a:r>
              <a:rPr lang="en" sz="3733" b="true" i="false" u="none" strike="noStrike">
                <a:solidFill>
                  <a:srgbClr val="1E1E1E"/>
                </a:solidFill>
                <a:latin typeface="Pretendard SemiBold"/>
              </a:rPr>
              <a:t> </a:t>
            </a:r>
            <a:r>
              <a:rPr lang="ko-KR" sz="3733" b="false" i="false" u="none" strike="noStrike">
                <a:solidFill>
                  <a:srgbClr val="1E1E1E"/>
                </a:solidFill>
                <a:ea typeface="Pretendard SemiBold"/>
              </a:rPr>
              <a:t>기반</a:t>
            </a:r>
            <a:r>
              <a:rPr lang="en-US" sz="3733" b="false" i="false" u="none" strike="noStrike">
                <a:solidFill>
                  <a:srgbClr val="1E1E1E"/>
                </a:solidFill>
                <a:latin typeface="Pretendard SemiBold"/>
              </a:rPr>
              <a:t> </a:t>
            </a:r>
            <a:r>
              <a:rPr lang="ko-KR" sz="3733" b="false" i="false" u="none" strike="noStrike">
                <a:solidFill>
                  <a:srgbClr val="1E1E1E"/>
                </a:solidFill>
                <a:ea typeface="Pretendard SemiBold"/>
              </a:rPr>
              <a:t>하중을</a:t>
            </a:r>
            <a:r>
              <a:rPr lang="en-US" sz="3733" b="false" i="false" u="none" strike="noStrike">
                <a:solidFill>
                  <a:srgbClr val="1E1E1E"/>
                </a:solidFill>
                <a:latin typeface="Pretendard SemiBold"/>
              </a:rPr>
              <a:t> </a:t>
            </a:r>
            <a:r>
              <a:rPr lang="ko-KR" sz="3733" b="false" i="false" u="none" strike="noStrike">
                <a:solidFill>
                  <a:srgbClr val="1E1E1E"/>
                </a:solidFill>
                <a:ea typeface="Pretendard SemiBold"/>
              </a:rPr>
              <a:t>분석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98600" y="8674100"/>
            <a:ext cx="11201400" cy="673100"/>
          </a:xfrm>
          <a:prstGeom prst="rect">
            <a:avLst/>
          </a:prstGeom>
        </p:spPr>
        <p:txBody>
          <a:bodyPr anchor="t" rtlCol="false" lIns="0" tIns="23706" rIns="0" bIns="0"/>
          <a:lstStyle/>
          <a:p>
            <a:pPr algn="l" lvl="0">
              <a:lnSpc>
                <a:spcPct val="107899"/>
              </a:lnSpc>
            </a:pPr>
            <a:r>
              <a:rPr lang="ko-KR" sz="3733" b="true" i="false" u="none" strike="noStrike">
                <a:solidFill>
                  <a:srgbClr val="1E1E1E"/>
                </a:solidFill>
                <a:ea typeface="Pretendard SemiBold"/>
              </a:rPr>
              <a:t>하드웨어</a:t>
            </a:r>
            <a:r>
              <a:rPr lang="en-US" sz="3733" b="true" i="false" u="none" strike="noStrike">
                <a:solidFill>
                  <a:srgbClr val="1E1E1E"/>
                </a:solidFill>
                <a:latin typeface="Pretendard SemiBold"/>
              </a:rPr>
              <a:t> </a:t>
            </a:r>
            <a:r>
              <a:rPr lang="ko-KR" sz="3733" b="true" i="false" u="none" strike="noStrike">
                <a:solidFill>
                  <a:srgbClr val="1E1E1E"/>
                </a:solidFill>
                <a:ea typeface="Pretendard SemiBold"/>
              </a:rPr>
              <a:t>역설계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3000" y="749300"/>
            <a:ext cx="1524000" cy="622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3466" b="false" i="false" u="none" strike="noStrike">
                <a:solidFill>
                  <a:srgbClr val="1E1E1E"/>
                </a:solidFill>
                <a:latin typeface="Pretendard ExtraBold"/>
              </a:rPr>
              <a:t>05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945100" y="9601200"/>
            <a:ext cx="2222500" cy="5207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모델링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구상도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 rot="0">
            <a:off x="-22364700" y="-25400"/>
            <a:ext cx="41719500" cy="16497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 rot="0">
            <a:off x="-26123900" y="-25400"/>
            <a:ext cx="41719500" cy="16497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43000" y="1562100"/>
            <a:ext cx="222377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16100" y="2870200"/>
            <a:ext cx="127000" cy="6350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143000" y="749300"/>
            <a:ext cx="1790700" cy="622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3466" b="false" i="false" u="none" strike="noStrike">
                <a:solidFill>
                  <a:srgbClr val="1E1E1E"/>
                </a:solidFill>
                <a:latin typeface="Pretendard ExtraBold"/>
              </a:rPr>
              <a:t>05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49500" y="2628900"/>
            <a:ext cx="11836400" cy="1193800"/>
          </a:xfrm>
          <a:prstGeom prst="rect">
            <a:avLst/>
          </a:prstGeom>
        </p:spPr>
        <p:txBody>
          <a:bodyPr anchor="t" rtlCol="false" lIns="0" tIns="81280" rIns="0" bIns="0"/>
          <a:lstStyle/>
          <a:p>
            <a:pPr algn="l" lvl="0">
              <a:lnSpc>
                <a:spcPct val="99600"/>
              </a:lnSpc>
            </a:pPr>
            <a:r>
              <a:rPr lang="en-US" sz="6400" b="false" i="false" u="none" strike="noStrike">
                <a:solidFill>
                  <a:srgbClr val="1E1E1E"/>
                </a:solidFill>
                <a:latin typeface="Pretendard Black"/>
              </a:rPr>
              <a:t> </a:t>
            </a:r>
            <a:r>
              <a:rPr lang="ko-KR" sz="6400" b="false" i="false" u="none" strike="noStrike">
                <a:solidFill>
                  <a:srgbClr val="1E1E1E"/>
                </a:solidFill>
                <a:ea typeface="Pretendard Black"/>
              </a:rPr>
              <a:t>영상정보</a:t>
            </a:r>
            <a:r>
              <a:rPr lang="en-US" sz="6400" b="false" i="false" u="none" strike="noStrike">
                <a:solidFill>
                  <a:srgbClr val="1E1E1E"/>
                </a:solidFill>
                <a:latin typeface="Pretendard Black"/>
              </a:rPr>
              <a:t> </a:t>
            </a:r>
            <a:r>
              <a:rPr lang="ko-KR" sz="6400" b="false" i="false" u="none" strike="noStrike">
                <a:solidFill>
                  <a:srgbClr val="1E1E1E"/>
                </a:solidFill>
                <a:ea typeface="Pretendard Black"/>
              </a:rPr>
              <a:t>기반</a:t>
            </a:r>
            <a:r>
              <a:rPr lang="en-US" sz="6400" b="false" i="false" u="none" strike="noStrike">
                <a:solidFill>
                  <a:srgbClr val="1E1E1E"/>
                </a:solidFill>
                <a:latin typeface="Pretendard Black"/>
              </a:rPr>
              <a:t> </a:t>
            </a:r>
            <a:r>
              <a:rPr lang="ko-KR" sz="6400" b="false" i="false" u="none" strike="noStrike">
                <a:solidFill>
                  <a:srgbClr val="1E1E1E"/>
                </a:solidFill>
                <a:ea typeface="Pretendard Black"/>
              </a:rPr>
              <a:t>분류</a:t>
            </a:r>
            <a:r>
              <a:rPr lang="en-US" sz="6400" b="false" i="false" u="none" strike="noStrike">
                <a:solidFill>
                  <a:srgbClr val="1E1E1E"/>
                </a:solidFill>
                <a:latin typeface="Pretendard Black"/>
              </a:rPr>
              <a:t> - </a:t>
            </a:r>
            <a:r>
              <a:rPr lang="ko-KR" sz="6400" b="false" i="false" u="none" strike="noStrike">
                <a:solidFill>
                  <a:srgbClr val="1E1E1E"/>
                </a:solidFill>
                <a:ea typeface="Pretendard Black"/>
              </a:rPr>
              <a:t>역기구학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03400" y="3987800"/>
            <a:ext cx="8610600" cy="1168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ko-KR" sz="3200" b="false" i="false" u="none" strike="noStrike">
                <a:solidFill>
                  <a:srgbClr val="1E1E1E"/>
                </a:solidFill>
                <a:ea typeface="Pretendard SemiBold"/>
              </a:rPr>
              <a:t>영상정보를</a:t>
            </a:r>
            <a:r>
              <a:rPr lang="en-US" sz="3200" b="false" i="false" u="none" strike="noStrike">
                <a:solidFill>
                  <a:srgbClr val="1E1E1E"/>
                </a:solidFill>
                <a:latin typeface="Pretendard SemiBold"/>
              </a:rPr>
              <a:t> </a:t>
            </a:r>
            <a:r>
              <a:rPr lang="ko-KR" sz="3200" b="false" i="false" u="none" strike="noStrike">
                <a:solidFill>
                  <a:srgbClr val="1E1E1E"/>
                </a:solidFill>
                <a:ea typeface="Pretendard SemiBold"/>
              </a:rPr>
              <a:t>바탕으로</a:t>
            </a:r>
            <a:r>
              <a:rPr lang="en-US" sz="3200" b="false" i="false" u="none" strike="noStrike">
                <a:solidFill>
                  <a:srgbClr val="1E1E1E"/>
                </a:solidFill>
                <a:latin typeface="Pretendard SemiBold"/>
              </a:rPr>
              <a:t> </a:t>
            </a:r>
            <a:r>
              <a:rPr lang="ko-KR" sz="3200" b="false" i="false" u="none" strike="noStrike">
                <a:solidFill>
                  <a:srgbClr val="1E1E1E"/>
                </a:solidFill>
                <a:ea typeface="Pretendard SemiBold"/>
              </a:rPr>
              <a:t>각</a:t>
            </a:r>
            <a:r>
              <a:rPr lang="en-US" sz="3200" b="false" i="false" u="none" strike="noStrike">
                <a:solidFill>
                  <a:srgbClr val="1E1E1E"/>
                </a:solidFill>
                <a:latin typeface="Pretendard SemiBold"/>
              </a:rPr>
              <a:t> </a:t>
            </a:r>
            <a:r>
              <a:rPr lang="ko-KR" sz="3200" b="false" i="false" u="none" strike="noStrike">
                <a:solidFill>
                  <a:srgbClr val="1E1E1E"/>
                </a:solidFill>
                <a:ea typeface="Pretendard SemiBold"/>
              </a:rPr>
              <a:t>관절</a:t>
            </a:r>
            <a:r>
              <a:rPr lang="en-US" sz="3200" b="false" i="false" u="none" strike="noStrike">
                <a:solidFill>
                  <a:srgbClr val="1E1E1E"/>
                </a:solidFill>
                <a:latin typeface="Pretendard SemiBold"/>
              </a:rPr>
              <a:t> </a:t>
            </a:r>
            <a:r>
              <a:rPr lang="ko-KR" sz="3200" b="false" i="false" u="none" strike="noStrike">
                <a:solidFill>
                  <a:srgbClr val="1E1E1E"/>
                </a:solidFill>
                <a:ea typeface="Pretendard SemiBold"/>
              </a:rPr>
              <a:t>및</a:t>
            </a:r>
            <a:r>
              <a:rPr lang="en-US" sz="3200" b="false" i="false" u="none" strike="noStrike">
                <a:solidFill>
                  <a:srgbClr val="1E1E1E"/>
                </a:solidFill>
                <a:latin typeface="Pretendard SemiBold"/>
              </a:rPr>
              <a:t> </a:t>
            </a:r>
            <a:r>
              <a:rPr lang="ko-KR" sz="3200" b="false" i="false" u="none" strike="noStrike">
                <a:solidFill>
                  <a:srgbClr val="1E1E1E"/>
                </a:solidFill>
                <a:ea typeface="Pretendard SemiBold"/>
              </a:rPr>
              <a:t>붐</a:t>
            </a:r>
            <a:r>
              <a:rPr lang="en-US" sz="3200" b="false" i="false" u="none" strike="noStrike">
                <a:solidFill>
                  <a:srgbClr val="1E1E1E"/>
                </a:solidFill>
                <a:latin typeface="Pretendard SemiBold"/>
              </a:rPr>
              <a:t>/</a:t>
            </a:r>
            <a:r>
              <a:rPr lang="ko-KR" sz="3200" b="false" i="false" u="none" strike="noStrike">
                <a:solidFill>
                  <a:srgbClr val="1E1E1E"/>
                </a:solidFill>
                <a:ea typeface="Pretendard SemiBold"/>
              </a:rPr>
              <a:t>암</a:t>
            </a:r>
            <a:r>
              <a:rPr lang="en-US" sz="3200" b="false" i="false" u="none" strike="noStrike">
                <a:solidFill>
                  <a:srgbClr val="1E1E1E"/>
                </a:solidFill>
                <a:latin typeface="Pretendard SemiBold"/>
              </a:rPr>
              <a:t>/</a:t>
            </a:r>
            <a:r>
              <a:rPr lang="ko-KR" sz="3200" b="false" i="false" u="none" strike="noStrike">
                <a:solidFill>
                  <a:srgbClr val="1E1E1E"/>
                </a:solidFill>
                <a:ea typeface="Pretendard SemiBold"/>
              </a:rPr>
              <a:t>버킷의</a:t>
            </a:r>
            <a:r>
              <a:rPr lang="en-US" sz="3200" b="false" i="false" u="none" strike="noStrike">
                <a:solidFill>
                  <a:srgbClr val="1E1E1E"/>
                </a:solidFill>
                <a:latin typeface="Pretendard SemiBold"/>
              </a:rPr>
              <a:t> </a:t>
            </a:r>
          </a:p>
          <a:p>
            <a:pPr algn="l" lvl="0">
              <a:lnSpc>
                <a:spcPct val="124499"/>
              </a:lnSpc>
            </a:pPr>
            <a:r>
              <a:rPr lang="ko-KR" sz="3200" b="false" i="false" u="none" strike="noStrike">
                <a:solidFill>
                  <a:srgbClr val="1E1E1E"/>
                </a:solidFill>
                <a:ea typeface="Pretendard SemiBold"/>
              </a:rPr>
              <a:t>사이클을</a:t>
            </a:r>
            <a:r>
              <a:rPr lang="en-US" sz="3200" b="false" i="false" u="none" strike="noStrike">
                <a:solidFill>
                  <a:srgbClr val="1E1E1E"/>
                </a:solidFill>
                <a:latin typeface="Pretendard SemiBold"/>
              </a:rPr>
              <a:t> </a:t>
            </a:r>
            <a:r>
              <a:rPr lang="ko-KR" sz="3200" b="false" i="false" u="none" strike="noStrike">
                <a:solidFill>
                  <a:srgbClr val="1E1E1E"/>
                </a:solidFill>
                <a:ea typeface="Pretendard SemiBold"/>
              </a:rPr>
              <a:t>역기구학을</a:t>
            </a:r>
            <a:r>
              <a:rPr lang="en-US" sz="3200" b="false" i="false" u="none" strike="noStrike">
                <a:solidFill>
                  <a:srgbClr val="1E1E1E"/>
                </a:solidFill>
                <a:latin typeface="Pretendard SemiBold"/>
              </a:rPr>
              <a:t> </a:t>
            </a:r>
            <a:r>
              <a:rPr lang="ko-KR" sz="3200" b="false" i="false" u="none" strike="noStrike">
                <a:solidFill>
                  <a:srgbClr val="1E1E1E"/>
                </a:solidFill>
                <a:ea typeface="Pretendard SemiBold"/>
              </a:rPr>
              <a:t>활용하여</a:t>
            </a:r>
            <a:r>
              <a:rPr lang="en-US" sz="3200" b="false" i="false" u="none" strike="noStrike">
                <a:solidFill>
                  <a:srgbClr val="1E1E1E"/>
                </a:solidFill>
                <a:latin typeface="Pretendard SemiBold"/>
              </a:rPr>
              <a:t> </a:t>
            </a:r>
            <a:r>
              <a:rPr lang="ko-KR" sz="3200" b="false" i="false" u="none" strike="noStrike">
                <a:solidFill>
                  <a:srgbClr val="1E1E1E"/>
                </a:solidFill>
                <a:ea typeface="Pretendard SemiBold"/>
              </a:rPr>
              <a:t>분류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879600" y="5676900"/>
            <a:ext cx="6451600" cy="6794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261600" y="5676900"/>
            <a:ext cx="5359400" cy="6794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526000" y="5676900"/>
            <a:ext cx="5854700" cy="6794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 rot="0">
            <a:off x="-22364700" y="-25400"/>
            <a:ext cx="41719500" cy="16497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 rot="0">
            <a:off x="-26123900" y="-25400"/>
            <a:ext cx="41719500" cy="16497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43000" y="1562100"/>
            <a:ext cx="222377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12585700" y="7505700"/>
            <a:ext cx="105410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816100" y="2870200"/>
            <a:ext cx="127000" cy="6350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143000" y="749300"/>
            <a:ext cx="1790700" cy="622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3466" b="false" i="false" u="none" strike="noStrike">
                <a:solidFill>
                  <a:srgbClr val="1E1E1E"/>
                </a:solidFill>
                <a:latin typeface="Pretendard ExtraBold"/>
              </a:rPr>
              <a:t>05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49500" y="2628900"/>
            <a:ext cx="11671300" cy="1193800"/>
          </a:xfrm>
          <a:prstGeom prst="rect">
            <a:avLst/>
          </a:prstGeom>
        </p:spPr>
        <p:txBody>
          <a:bodyPr anchor="t" rtlCol="false" lIns="0" tIns="81280" rIns="0" bIns="0"/>
          <a:lstStyle/>
          <a:p>
            <a:pPr algn="l" lvl="0">
              <a:lnSpc>
                <a:spcPct val="99600"/>
              </a:lnSpc>
            </a:pPr>
            <a:r>
              <a:rPr lang="en-US" sz="6400" b="false" i="false" u="none" strike="noStrike">
                <a:solidFill>
                  <a:srgbClr val="1E1E1E"/>
                </a:solidFill>
                <a:latin typeface="Pretendard Black"/>
              </a:rPr>
              <a:t> </a:t>
            </a:r>
            <a:r>
              <a:rPr lang="ko-KR" sz="6400" b="false" i="false" u="none" strike="noStrike">
                <a:solidFill>
                  <a:srgbClr val="1E1E1E"/>
                </a:solidFill>
                <a:ea typeface="Pretendard Black"/>
              </a:rPr>
              <a:t>영상정보</a:t>
            </a:r>
            <a:r>
              <a:rPr lang="en-US" sz="6400" b="false" i="false" u="none" strike="noStrike">
                <a:solidFill>
                  <a:srgbClr val="1E1E1E"/>
                </a:solidFill>
                <a:latin typeface="Pretendard Black"/>
              </a:rPr>
              <a:t> </a:t>
            </a:r>
            <a:r>
              <a:rPr lang="ko-KR" sz="6400" b="false" i="false" u="none" strike="noStrike">
                <a:solidFill>
                  <a:srgbClr val="1E1E1E"/>
                </a:solidFill>
                <a:ea typeface="Pretendard Black"/>
              </a:rPr>
              <a:t>기반</a:t>
            </a:r>
            <a:r>
              <a:rPr lang="en-US" sz="6400" b="false" i="false" u="none" strike="noStrike">
                <a:solidFill>
                  <a:srgbClr val="1E1E1E"/>
                </a:solidFill>
                <a:latin typeface="Pretendard Black"/>
              </a:rPr>
              <a:t> </a:t>
            </a:r>
            <a:r>
              <a:rPr lang="ko-KR" sz="6400" b="false" i="false" u="none" strike="noStrike">
                <a:solidFill>
                  <a:srgbClr val="1E1E1E"/>
                </a:solidFill>
                <a:ea typeface="Pretendard Black"/>
              </a:rPr>
              <a:t>분류</a:t>
            </a:r>
            <a:r>
              <a:rPr lang="en-US" sz="6400" b="false" i="false" u="none" strike="noStrike">
                <a:solidFill>
                  <a:srgbClr val="1E1E1E"/>
                </a:solidFill>
                <a:latin typeface="Pretendard Black"/>
              </a:rPr>
              <a:t> - </a:t>
            </a:r>
            <a:r>
              <a:rPr lang="ko-KR" sz="6400" b="false" i="false" u="none" strike="noStrike">
                <a:solidFill>
                  <a:srgbClr val="1E1E1E"/>
                </a:solidFill>
                <a:ea typeface="Pretendard Black"/>
              </a:rPr>
              <a:t>역기구학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03400" y="3987800"/>
            <a:ext cx="8610600" cy="1168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ko-KR" sz="3200" b="false" i="false" u="none" strike="noStrike">
                <a:solidFill>
                  <a:srgbClr val="1E1E1E"/>
                </a:solidFill>
                <a:ea typeface="Pretendard SemiBold"/>
              </a:rPr>
              <a:t>영상정보를</a:t>
            </a:r>
            <a:r>
              <a:rPr lang="en-US" sz="3200" b="false" i="false" u="none" strike="noStrike">
                <a:solidFill>
                  <a:srgbClr val="1E1E1E"/>
                </a:solidFill>
                <a:latin typeface="Pretendard SemiBold"/>
              </a:rPr>
              <a:t> </a:t>
            </a:r>
            <a:r>
              <a:rPr lang="ko-KR" sz="3200" b="false" i="false" u="none" strike="noStrike">
                <a:solidFill>
                  <a:srgbClr val="1E1E1E"/>
                </a:solidFill>
                <a:ea typeface="Pretendard SemiBold"/>
              </a:rPr>
              <a:t>바탕으로</a:t>
            </a:r>
            <a:r>
              <a:rPr lang="en-US" sz="3200" b="false" i="false" u="none" strike="noStrike">
                <a:solidFill>
                  <a:srgbClr val="1E1E1E"/>
                </a:solidFill>
                <a:latin typeface="Pretendard SemiBold"/>
              </a:rPr>
              <a:t> </a:t>
            </a:r>
            <a:r>
              <a:rPr lang="ko-KR" sz="3200" b="false" i="false" u="none" strike="noStrike">
                <a:solidFill>
                  <a:srgbClr val="1E1E1E"/>
                </a:solidFill>
                <a:ea typeface="Pretendard SemiBold"/>
              </a:rPr>
              <a:t>각</a:t>
            </a:r>
            <a:r>
              <a:rPr lang="en-US" sz="3200" b="false" i="false" u="none" strike="noStrike">
                <a:solidFill>
                  <a:srgbClr val="1E1E1E"/>
                </a:solidFill>
                <a:latin typeface="Pretendard SemiBold"/>
              </a:rPr>
              <a:t> </a:t>
            </a:r>
            <a:r>
              <a:rPr lang="ko-KR" sz="3200" b="false" i="false" u="none" strike="noStrike">
                <a:solidFill>
                  <a:srgbClr val="1E1E1E"/>
                </a:solidFill>
                <a:ea typeface="Pretendard SemiBold"/>
              </a:rPr>
              <a:t>관절</a:t>
            </a:r>
            <a:r>
              <a:rPr lang="en-US" sz="3200" b="false" i="false" u="none" strike="noStrike">
                <a:solidFill>
                  <a:srgbClr val="1E1E1E"/>
                </a:solidFill>
                <a:latin typeface="Pretendard SemiBold"/>
              </a:rPr>
              <a:t> </a:t>
            </a:r>
            <a:r>
              <a:rPr lang="ko-KR" sz="3200" b="false" i="false" u="none" strike="noStrike">
                <a:solidFill>
                  <a:srgbClr val="1E1E1E"/>
                </a:solidFill>
                <a:ea typeface="Pretendard SemiBold"/>
              </a:rPr>
              <a:t>및</a:t>
            </a:r>
            <a:r>
              <a:rPr lang="en-US" sz="3200" b="false" i="false" u="none" strike="noStrike">
                <a:solidFill>
                  <a:srgbClr val="1E1E1E"/>
                </a:solidFill>
                <a:latin typeface="Pretendard SemiBold"/>
              </a:rPr>
              <a:t> </a:t>
            </a:r>
            <a:r>
              <a:rPr lang="ko-KR" sz="3200" b="false" i="false" u="none" strike="noStrike">
                <a:solidFill>
                  <a:srgbClr val="1E1E1E"/>
                </a:solidFill>
                <a:ea typeface="Pretendard SemiBold"/>
              </a:rPr>
              <a:t>붐</a:t>
            </a:r>
            <a:r>
              <a:rPr lang="en-US" sz="3200" b="false" i="false" u="none" strike="noStrike">
                <a:solidFill>
                  <a:srgbClr val="1E1E1E"/>
                </a:solidFill>
                <a:latin typeface="Pretendard SemiBold"/>
              </a:rPr>
              <a:t>/</a:t>
            </a:r>
            <a:r>
              <a:rPr lang="ko-KR" sz="3200" b="false" i="false" u="none" strike="noStrike">
                <a:solidFill>
                  <a:srgbClr val="1E1E1E"/>
                </a:solidFill>
                <a:ea typeface="Pretendard SemiBold"/>
              </a:rPr>
              <a:t>암</a:t>
            </a:r>
            <a:r>
              <a:rPr lang="en-US" sz="3200" b="false" i="false" u="none" strike="noStrike">
                <a:solidFill>
                  <a:srgbClr val="1E1E1E"/>
                </a:solidFill>
                <a:latin typeface="Pretendard SemiBold"/>
              </a:rPr>
              <a:t>/</a:t>
            </a:r>
            <a:r>
              <a:rPr lang="ko-KR" sz="3200" b="false" i="false" u="none" strike="noStrike">
                <a:solidFill>
                  <a:srgbClr val="1E1E1E"/>
                </a:solidFill>
                <a:ea typeface="Pretendard SemiBold"/>
              </a:rPr>
              <a:t>버킷의</a:t>
            </a:r>
            <a:r>
              <a:rPr lang="en-US" sz="3200" b="false" i="false" u="none" strike="noStrike">
                <a:solidFill>
                  <a:srgbClr val="1E1E1E"/>
                </a:solidFill>
                <a:latin typeface="Pretendard SemiBold"/>
              </a:rPr>
              <a:t> </a:t>
            </a:r>
          </a:p>
          <a:p>
            <a:pPr algn="l" lvl="0">
              <a:lnSpc>
                <a:spcPct val="124499"/>
              </a:lnSpc>
            </a:pPr>
            <a:r>
              <a:rPr lang="ko-KR" sz="3200" b="false" i="false" u="none" strike="noStrike">
                <a:solidFill>
                  <a:srgbClr val="1E1E1E"/>
                </a:solidFill>
                <a:ea typeface="Pretendard SemiBold"/>
              </a:rPr>
              <a:t>사이클을</a:t>
            </a:r>
            <a:r>
              <a:rPr lang="en-US" sz="3200" b="false" i="false" u="none" strike="noStrike">
                <a:solidFill>
                  <a:srgbClr val="1E1E1E"/>
                </a:solidFill>
                <a:latin typeface="Pretendard SemiBold"/>
              </a:rPr>
              <a:t> </a:t>
            </a:r>
            <a:r>
              <a:rPr lang="ko-KR" sz="3200" b="false" i="false" u="none" strike="noStrike">
                <a:solidFill>
                  <a:srgbClr val="1E1E1E"/>
                </a:solidFill>
                <a:ea typeface="Pretendard SemiBold"/>
              </a:rPr>
              <a:t>역기구학을</a:t>
            </a:r>
            <a:r>
              <a:rPr lang="en-US" sz="3200" b="false" i="false" u="none" strike="noStrike">
                <a:solidFill>
                  <a:srgbClr val="1E1E1E"/>
                </a:solidFill>
                <a:latin typeface="Pretendard SemiBold"/>
              </a:rPr>
              <a:t> </a:t>
            </a:r>
            <a:r>
              <a:rPr lang="ko-KR" sz="3200" b="false" i="false" u="none" strike="noStrike">
                <a:solidFill>
                  <a:srgbClr val="1E1E1E"/>
                </a:solidFill>
                <a:ea typeface="Pretendard SemiBold"/>
              </a:rPr>
              <a:t>활용하여</a:t>
            </a:r>
            <a:r>
              <a:rPr lang="en-US" sz="3200" b="false" i="false" u="none" strike="noStrike">
                <a:solidFill>
                  <a:srgbClr val="1E1E1E"/>
                </a:solidFill>
                <a:latin typeface="Pretendard SemiBold"/>
              </a:rPr>
              <a:t> </a:t>
            </a:r>
            <a:r>
              <a:rPr lang="ko-KR" sz="3200" b="false" i="false" u="none" strike="noStrike">
                <a:solidFill>
                  <a:srgbClr val="1E1E1E"/>
                </a:solidFill>
                <a:ea typeface="Pretendard SemiBold"/>
              </a:rPr>
              <a:t>분류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35000" y="4673600"/>
            <a:ext cx="12573000" cy="8801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954000" y="4648200"/>
            <a:ext cx="4597400" cy="2476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954000" y="7556500"/>
            <a:ext cx="4203700" cy="12192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8161000" y="1879600"/>
            <a:ext cx="6057900" cy="6350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8161000" y="8115300"/>
            <a:ext cx="6223000" cy="55499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1506200" y="9601200"/>
            <a:ext cx="5613400" cy="31496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12444811">
            <a:off x="10591800" y="10604500"/>
            <a:ext cx="1536700" cy="965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 rot="0">
            <a:off x="-22364700" y="-25400"/>
            <a:ext cx="41719500" cy="16497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 rot="0">
            <a:off x="-26123900" y="-25400"/>
            <a:ext cx="41719500" cy="16497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420600" y="4737100"/>
            <a:ext cx="8483600" cy="4737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63700" y="2654300"/>
            <a:ext cx="9474200" cy="9804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560300" y="2895600"/>
            <a:ext cx="127000" cy="6350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3081000" y="2654300"/>
            <a:ext cx="11074400" cy="1143000"/>
          </a:xfrm>
          <a:prstGeom prst="rect">
            <a:avLst/>
          </a:prstGeom>
        </p:spPr>
        <p:txBody>
          <a:bodyPr anchor="t" rtlCol="false" lIns="0" tIns="81280" rIns="0" bIns="0"/>
          <a:lstStyle/>
          <a:p>
            <a:pPr algn="l" lvl="0">
              <a:lnSpc>
                <a:spcPct val="99600"/>
              </a:lnSpc>
            </a:pPr>
            <a:r>
              <a:rPr lang="ko-KR" sz="6400" b="false" i="false" u="none" strike="noStrike">
                <a:solidFill>
                  <a:srgbClr val="1E1E1E"/>
                </a:solidFill>
                <a:ea typeface="Pretendard Black"/>
              </a:rPr>
              <a:t>영상정보</a:t>
            </a:r>
            <a:r>
              <a:rPr lang="en-US" sz="6400" b="false" i="false" u="none" strike="noStrike">
                <a:solidFill>
                  <a:srgbClr val="1E1E1E"/>
                </a:solidFill>
                <a:latin typeface="Pretendard Black"/>
              </a:rPr>
              <a:t> </a:t>
            </a:r>
            <a:r>
              <a:rPr lang="ko-KR" sz="6400" b="false" i="false" u="none" strike="noStrike">
                <a:solidFill>
                  <a:srgbClr val="1E1E1E"/>
                </a:solidFill>
                <a:ea typeface="Pretendard Black"/>
              </a:rPr>
              <a:t>바탕</a:t>
            </a:r>
            <a:r>
              <a:rPr lang="en-US" sz="6400" b="false" i="false" u="none" strike="noStrike">
                <a:solidFill>
                  <a:srgbClr val="1E1E1E"/>
                </a:solidFill>
                <a:latin typeface="Pretendard Black"/>
              </a:rPr>
              <a:t> </a:t>
            </a:r>
            <a:r>
              <a:rPr lang="ko-KR" sz="6400" b="false" i="false" u="none" strike="noStrike">
                <a:solidFill>
                  <a:srgbClr val="1E1E1E"/>
                </a:solidFill>
                <a:ea typeface="Pretendard Black"/>
              </a:rPr>
              <a:t>분류</a:t>
            </a:r>
            <a:r>
              <a:rPr lang="en-US" sz="6400" b="false" i="false" u="none" strike="noStrike">
                <a:solidFill>
                  <a:srgbClr val="1E1E1E"/>
                </a:solidFill>
                <a:latin typeface="Pretendard Black"/>
              </a:rPr>
              <a:t> - </a:t>
            </a:r>
            <a:r>
              <a:rPr lang="ko-KR" sz="6400" b="false" i="false" u="none" strike="noStrike">
                <a:solidFill>
                  <a:srgbClr val="1E1E1E"/>
                </a:solidFill>
                <a:ea typeface="Pretendard Black"/>
              </a:rPr>
              <a:t>버킷채움률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09500" y="3987800"/>
            <a:ext cx="10502900" cy="5588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ko-KR" sz="3200" b="false" i="false" u="none" strike="noStrike">
                <a:solidFill>
                  <a:srgbClr val="1E1E1E"/>
                </a:solidFill>
                <a:ea typeface="Pretendard SemiBold"/>
              </a:rPr>
              <a:t>영상정보</a:t>
            </a:r>
            <a:r>
              <a:rPr lang="en-US" sz="3200" b="false" i="false" u="none" strike="noStrike">
                <a:solidFill>
                  <a:srgbClr val="1E1E1E"/>
                </a:solidFill>
                <a:latin typeface="Pretendard SemiBold"/>
              </a:rPr>
              <a:t> </a:t>
            </a:r>
            <a:r>
              <a:rPr lang="ko-KR" sz="3200" b="false" i="false" u="none" strike="noStrike">
                <a:solidFill>
                  <a:srgbClr val="1E1E1E"/>
                </a:solidFill>
                <a:ea typeface="Pretendard SemiBold"/>
              </a:rPr>
              <a:t>바탕으로</a:t>
            </a:r>
            <a:r>
              <a:rPr lang="en-US" sz="3200" b="false" i="false" u="none" strike="noStrike">
                <a:solidFill>
                  <a:srgbClr val="1E1E1E"/>
                </a:solidFill>
                <a:latin typeface="Pretendard SemiBold"/>
              </a:rPr>
              <a:t> </a:t>
            </a:r>
            <a:r>
              <a:rPr lang="ko-KR" sz="3200" b="false" i="false" u="none" strike="noStrike">
                <a:solidFill>
                  <a:srgbClr val="1E1E1E"/>
                </a:solidFill>
                <a:ea typeface="Pretendard SemiBold"/>
              </a:rPr>
              <a:t>버킷의</a:t>
            </a:r>
            <a:r>
              <a:rPr lang="en-US" sz="3200" b="false" i="false" u="none" strike="noStrike">
                <a:solidFill>
                  <a:srgbClr val="1E1E1E"/>
                </a:solidFill>
                <a:latin typeface="Pretendard SemiBold"/>
              </a:rPr>
              <a:t> </a:t>
            </a:r>
            <a:r>
              <a:rPr lang="ko-KR" sz="3200" b="false" i="false" u="none" strike="noStrike">
                <a:solidFill>
                  <a:srgbClr val="1E1E1E"/>
                </a:solidFill>
                <a:ea typeface="Pretendard SemiBold"/>
              </a:rPr>
              <a:t>흙이</a:t>
            </a:r>
            <a:r>
              <a:rPr lang="en-US" sz="3200" b="false" i="false" u="none" strike="noStrike">
                <a:solidFill>
                  <a:srgbClr val="1E1E1E"/>
                </a:solidFill>
                <a:latin typeface="Pretendard SemiBold"/>
              </a:rPr>
              <a:t> </a:t>
            </a:r>
            <a:r>
              <a:rPr lang="ko-KR" sz="3200" b="false" i="false" u="none" strike="noStrike">
                <a:solidFill>
                  <a:srgbClr val="1E1E1E"/>
                </a:solidFill>
                <a:ea typeface="Pretendard SemiBold"/>
              </a:rPr>
              <a:t>담겨있는지</a:t>
            </a:r>
            <a:r>
              <a:rPr lang="en-US" sz="3200" b="false" i="false" u="none" strike="noStrike">
                <a:solidFill>
                  <a:srgbClr val="1E1E1E"/>
                </a:solidFill>
                <a:latin typeface="Pretendard SemiBold"/>
              </a:rPr>
              <a:t> </a:t>
            </a:r>
            <a:r>
              <a:rPr lang="ko-KR" sz="3200" b="false" i="false" u="none" strike="noStrike">
                <a:solidFill>
                  <a:srgbClr val="1E1E1E"/>
                </a:solidFill>
                <a:ea typeface="Pretendard SemiBold"/>
              </a:rPr>
              <a:t>기준으로</a:t>
            </a:r>
            <a:r>
              <a:rPr lang="en-US" sz="3200" b="false" i="false" u="none" strike="noStrike">
                <a:solidFill>
                  <a:srgbClr val="1E1E1E"/>
                </a:solidFill>
                <a:latin typeface="Pretendard SemiBold"/>
              </a:rPr>
              <a:t> </a:t>
            </a:r>
            <a:r>
              <a:rPr lang="ko-KR" sz="3200" b="false" i="false" u="none" strike="noStrike">
                <a:solidFill>
                  <a:srgbClr val="1E1E1E"/>
                </a:solidFill>
                <a:ea typeface="Pretendard SemiBold"/>
              </a:rPr>
              <a:t>분류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43000" y="1562100"/>
            <a:ext cx="22237700" cy="254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143000" y="749300"/>
            <a:ext cx="939800" cy="622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3466" b="false" i="false" u="none" strike="noStrike">
                <a:solidFill>
                  <a:srgbClr val="1E1E1E"/>
                </a:solidFill>
                <a:latin typeface="Pretendard ExtraBold"/>
              </a:rPr>
              <a:t>05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700000" y="10274300"/>
            <a:ext cx="11798300" cy="2184400"/>
          </a:xfrm>
          <a:prstGeom prst="rect">
            <a:avLst/>
          </a:prstGeom>
        </p:spPr>
        <p:txBody>
          <a:bodyPr anchor="t" rtlCol="false"/>
          <a:lstStyle/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상승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구간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(0~0.25):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굴착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중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버킷이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채워짐</a:t>
            </a:r>
            <a:r>
              <a:rPr lang="en-US" sz="2933" b="true" i="false" u="none" strike="noStrike" spc="-28">
                <a:solidFill>
                  <a:srgbClr val="FC5230">
                    <a:alpha val="70196"/>
                  </a:srgbClr>
                </a:solidFill>
                <a:latin typeface="Pretendard Regular"/>
              </a:rPr>
              <a:t> (</a:t>
            </a:r>
            <a:r>
              <a:rPr lang="ko-KR" sz="2933" b="true" i="false" u="none" strike="noStrike" spc="-28">
                <a:solidFill>
                  <a:srgbClr val="FC5230">
                    <a:alpha val="70196"/>
                  </a:srgbClr>
                </a:solidFill>
                <a:ea typeface="Pretendard Regular"/>
              </a:rPr>
              <a:t>굴착</a:t>
            </a:r>
            <a:r>
              <a:rPr lang="en-US" sz="2933" b="true" i="false" u="none" strike="noStrike" spc="-28">
                <a:solidFill>
                  <a:srgbClr val="FC5230">
                    <a:alpha val="70196"/>
                  </a:srgbClr>
                </a:solidFill>
                <a:latin typeface="Pretendard Regular"/>
              </a:rPr>
              <a:t>)</a:t>
            </a:r>
          </a:p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평탄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구간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(0.25~0.6):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이송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중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,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가득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찬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상태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유지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 </a:t>
            </a:r>
            <a:r>
              <a:rPr lang="en-US" sz="2933" b="true" i="false" u="none" strike="noStrike" spc="-28">
                <a:solidFill>
                  <a:srgbClr val="FC5230">
                    <a:alpha val="70196"/>
                  </a:srgbClr>
                </a:solidFill>
                <a:latin typeface="Pretendard Regular"/>
              </a:rPr>
              <a:t>(</a:t>
            </a:r>
            <a:r>
              <a:rPr lang="ko-KR" sz="2933" b="true" i="false" u="none" strike="noStrike" spc="-28">
                <a:solidFill>
                  <a:srgbClr val="FC5230">
                    <a:alpha val="70196"/>
                  </a:srgbClr>
                </a:solidFill>
                <a:ea typeface="Pretendard Regular"/>
              </a:rPr>
              <a:t>이송</a:t>
            </a:r>
            <a:r>
              <a:rPr lang="en-US" sz="2933" b="true" i="false" u="none" strike="noStrike" spc="-28">
                <a:solidFill>
                  <a:srgbClr val="FC5230">
                    <a:alpha val="70196"/>
                  </a:srgbClr>
                </a:solidFill>
                <a:latin typeface="Pretendard Regular"/>
              </a:rPr>
              <a:t>)</a:t>
            </a:r>
          </a:p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급하강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구간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(0.6~0.8):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투하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과정에서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흙이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배출됨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 </a:t>
            </a:r>
            <a:r>
              <a:rPr lang="en-US" sz="2933" b="true" i="false" u="none" strike="noStrike" spc="-28">
                <a:solidFill>
                  <a:srgbClr val="FC5230">
                    <a:alpha val="70196"/>
                  </a:srgbClr>
                </a:solidFill>
                <a:latin typeface="Pretendard Regular"/>
              </a:rPr>
              <a:t>(</a:t>
            </a:r>
            <a:r>
              <a:rPr lang="ko-KR" sz="2933" b="true" i="false" u="none" strike="noStrike" spc="-28">
                <a:solidFill>
                  <a:srgbClr val="FC5230">
                    <a:alpha val="70196"/>
                  </a:srgbClr>
                </a:solidFill>
                <a:ea typeface="Pretendard Regular"/>
              </a:rPr>
              <a:t>투하</a:t>
            </a:r>
            <a:r>
              <a:rPr lang="en-US" sz="2933" b="true" i="false" u="none" strike="noStrike" spc="-28">
                <a:solidFill>
                  <a:srgbClr val="FC5230">
                    <a:alpha val="70196"/>
                  </a:srgbClr>
                </a:solidFill>
                <a:latin typeface="Pretendard Regular"/>
              </a:rPr>
              <a:t>)</a:t>
            </a:r>
          </a:p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평탄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구간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(0.8~1.0):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빈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버킷이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복귀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false" i="false" u="none" strike="noStrike" spc="-28">
                <a:solidFill>
                  <a:srgbClr val="1E1E1E">
                    <a:alpha val="70196"/>
                  </a:srgbClr>
                </a:solidFill>
                <a:ea typeface="Pretendard Regular"/>
              </a:rPr>
              <a:t>중</a:t>
            </a:r>
            <a:r>
              <a:rPr lang="en-US" sz="2933" b="false" i="false" u="none" strike="noStrike" spc="-28">
                <a:solidFill>
                  <a:srgbClr val="1E1E1E">
                    <a:alpha val="70196"/>
                  </a:srgbClr>
                </a:solidFill>
                <a:latin typeface="Pretendard Regular"/>
              </a:rPr>
              <a:t>  
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 rot="0">
            <a:off x="-22364700" y="-25400"/>
            <a:ext cx="41719500" cy="16497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 rot="0">
            <a:off x="-26123900" y="-25400"/>
            <a:ext cx="41719500" cy="16497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43000" y="1562100"/>
            <a:ext cx="222377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43000" y="2908300"/>
            <a:ext cx="127000" cy="6350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143000" y="749300"/>
            <a:ext cx="1790700" cy="622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3466" b="false" i="false" u="none" strike="noStrike">
                <a:solidFill>
                  <a:srgbClr val="1E1E1E"/>
                </a:solidFill>
                <a:latin typeface="Pretendard ExtraBold"/>
              </a:rPr>
              <a:t>05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39900" y="2628900"/>
            <a:ext cx="10642600" cy="1143000"/>
          </a:xfrm>
          <a:prstGeom prst="rect">
            <a:avLst/>
          </a:prstGeom>
        </p:spPr>
        <p:txBody>
          <a:bodyPr anchor="t" rtlCol="false" lIns="0" tIns="81280" rIns="0" bIns="0"/>
          <a:lstStyle/>
          <a:p>
            <a:pPr algn="l" lvl="0">
              <a:lnSpc>
                <a:spcPct val="99600"/>
              </a:lnSpc>
            </a:pPr>
            <a:r>
              <a:rPr lang="ko-KR" sz="6400" b="false" i="false" u="none" strike="noStrike">
                <a:solidFill>
                  <a:srgbClr val="1E1E1E"/>
                </a:solidFill>
                <a:ea typeface="Pretendard Black"/>
              </a:rPr>
              <a:t>하중</a:t>
            </a:r>
            <a:r>
              <a:rPr lang="en-US" sz="6400" b="false" i="false" u="none" strike="noStrike">
                <a:solidFill>
                  <a:srgbClr val="1E1E1E"/>
                </a:solidFill>
                <a:latin typeface="Pretendard Black"/>
              </a:rPr>
              <a:t> </a:t>
            </a:r>
            <a:r>
              <a:rPr lang="ko-KR" sz="6400" b="false" i="false" u="none" strike="noStrike">
                <a:solidFill>
                  <a:srgbClr val="1E1E1E"/>
                </a:solidFill>
                <a:ea typeface="Pretendard Black"/>
              </a:rPr>
              <a:t>기반</a:t>
            </a:r>
            <a:r>
              <a:rPr lang="en-US" sz="6400" b="false" i="false" u="none" strike="noStrike">
                <a:solidFill>
                  <a:srgbClr val="1E1E1E"/>
                </a:solidFill>
                <a:latin typeface="Pretendard Black"/>
              </a:rPr>
              <a:t> </a:t>
            </a:r>
            <a:r>
              <a:rPr lang="ko-KR" sz="6400" b="false" i="false" u="none" strike="noStrike">
                <a:solidFill>
                  <a:srgbClr val="1E1E1E"/>
                </a:solidFill>
                <a:ea typeface="Pretendard Black"/>
              </a:rPr>
              <a:t>분류</a:t>
            </a:r>
            <a:r>
              <a:rPr lang="en-US" sz="6400" b="false" i="false" u="none" strike="noStrike">
                <a:solidFill>
                  <a:srgbClr val="1E1E1E"/>
                </a:solidFill>
                <a:latin typeface="Pretendard Black"/>
              </a:rPr>
              <a:t> - </a:t>
            </a:r>
            <a:r>
              <a:rPr lang="ko-KR" sz="6400" b="false" i="false" u="none" strike="noStrike">
                <a:solidFill>
                  <a:srgbClr val="1E1E1E"/>
                </a:solidFill>
                <a:ea typeface="Pretendard Black"/>
              </a:rPr>
              <a:t>스트레인</a:t>
            </a:r>
            <a:r>
              <a:rPr lang="en-US" sz="6400" b="false" i="false" u="none" strike="noStrike">
                <a:solidFill>
                  <a:srgbClr val="1E1E1E"/>
                </a:solidFill>
                <a:latin typeface="Pretendard Black"/>
              </a:rPr>
              <a:t> </a:t>
            </a:r>
            <a:r>
              <a:rPr lang="ko-KR" sz="6400" b="false" i="false" u="none" strike="noStrike">
                <a:solidFill>
                  <a:srgbClr val="1E1E1E"/>
                </a:solidFill>
                <a:ea typeface="Pretendard Black"/>
              </a:rPr>
              <a:t>게이지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891000" y="8242300"/>
            <a:ext cx="6858000" cy="5359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891000" y="2362200"/>
            <a:ext cx="6858000" cy="5334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493000" y="9080500"/>
            <a:ext cx="939800" cy="584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591300" y="7696200"/>
            <a:ext cx="939800" cy="5842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206500" y="4813300"/>
            <a:ext cx="10160000" cy="520700"/>
          </a:xfrm>
          <a:prstGeom prst="rect">
            <a:avLst/>
          </a:prstGeom>
        </p:spPr>
        <p:txBody>
          <a:bodyPr anchor="t" rtlCol="false"/>
          <a:lstStyle/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933" b="true" i="false" u="none" strike="noStrike">
                <a:solidFill>
                  <a:srgbClr val="1E1E1E"/>
                </a:solidFill>
                <a:ea typeface="Pretendard Regular"/>
              </a:rPr>
              <a:t>굴착</a:t>
            </a:r>
            <a:r>
              <a:rPr lang="en-US" sz="2933" b="true" i="false" u="none" strike="noStrike">
                <a:solidFill>
                  <a:srgbClr val="1E1E1E"/>
                </a:solidFill>
                <a:latin typeface="Pretendard Regular"/>
              </a:rPr>
              <a:t>-</a:t>
            </a:r>
            <a:r>
              <a:rPr lang="ko-KR" sz="2933" b="true" i="false" u="none" strike="noStrike">
                <a:solidFill>
                  <a:srgbClr val="1E1E1E"/>
                </a:solidFill>
                <a:ea typeface="Pretendard Regular"/>
              </a:rPr>
              <a:t>이송</a:t>
            </a:r>
            <a:r>
              <a:rPr lang="en-US" sz="2933" b="true" i="false" u="none" strike="noStrike">
                <a:solidFill>
                  <a:srgbClr val="1E1E1E"/>
                </a:solidFill>
                <a:latin typeface="Pretendard Regular"/>
              </a:rPr>
              <a:t>-</a:t>
            </a:r>
            <a:r>
              <a:rPr lang="ko-KR" sz="2933" b="true" i="false" u="none" strike="noStrike">
                <a:solidFill>
                  <a:srgbClr val="1E1E1E"/>
                </a:solidFill>
                <a:ea typeface="Pretendard Regular"/>
              </a:rPr>
              <a:t>투하</a:t>
            </a:r>
            <a:r>
              <a:rPr lang="en-US" sz="2933" b="true" i="false" u="none" strike="noStrike">
                <a:solidFill>
                  <a:srgbClr val="1E1E1E"/>
                </a:solidFill>
                <a:latin typeface="Pretendard Regular"/>
              </a:rPr>
              <a:t>-</a:t>
            </a:r>
            <a:r>
              <a:rPr lang="ko-KR" sz="2933" b="true" i="false" u="none" strike="noStrike">
                <a:solidFill>
                  <a:srgbClr val="1E1E1E"/>
                </a:solidFill>
                <a:ea typeface="Pretendard Regular"/>
              </a:rPr>
              <a:t>대기</a:t>
            </a:r>
            <a:r>
              <a:rPr lang="en-US" sz="2933" b="tru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2933" b="true" i="false" u="none" strike="noStrike">
                <a:solidFill>
                  <a:srgbClr val="1E1E1E"/>
                </a:solidFill>
                <a:ea typeface="Pretendard Regular"/>
              </a:rPr>
              <a:t>사이클</a:t>
            </a:r>
            <a:r>
              <a:rPr lang="en-US" sz="2933" b="tru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2933" b="true" i="false" u="none" strike="noStrike">
                <a:solidFill>
                  <a:srgbClr val="1E1E1E"/>
                </a:solidFill>
                <a:ea typeface="Pretendard Regular"/>
              </a:rPr>
              <a:t>중</a:t>
            </a:r>
            <a:r>
              <a:rPr lang="en-US" sz="2933" b="tru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2933" b="true" i="false" u="none" strike="noStrike">
                <a:solidFill>
                  <a:srgbClr val="1E1E1E"/>
                </a:solidFill>
                <a:ea typeface="Pretendard Regular"/>
              </a:rPr>
              <a:t>핵심</a:t>
            </a:r>
            <a:r>
              <a:rPr lang="en-US" sz="2933" b="tru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2933" b="true" i="false" u="none" strike="noStrike">
                <a:solidFill>
                  <a:srgbClr val="1E1E1E"/>
                </a:solidFill>
                <a:ea typeface="Pretendard Regular"/>
              </a:rPr>
              <a:t>동작</a:t>
            </a:r>
            <a:r>
              <a:rPr lang="en-US" sz="2933" b="tru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2933" b="true" i="false" u="none" strike="noStrike">
                <a:solidFill>
                  <a:srgbClr val="1E1E1E"/>
                </a:solidFill>
                <a:ea typeface="Pretendard Regular"/>
              </a:rPr>
              <a:t>지점을</a:t>
            </a:r>
            <a:r>
              <a:rPr lang="en-US" sz="2933" b="tru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2933" b="true" i="false" u="none" strike="noStrike">
                <a:solidFill>
                  <a:srgbClr val="1E1E1E"/>
                </a:solidFill>
                <a:ea typeface="Pretendard Regular"/>
              </a:rPr>
              <a:t>단순화</a:t>
            </a:r>
            <a:r>
              <a:rPr lang="en-US" sz="2933" b="tru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2933" b="true" i="false" u="none" strike="noStrike">
                <a:solidFill>
                  <a:srgbClr val="1E1E1E"/>
                </a:solidFill>
                <a:ea typeface="Pretendard Regular"/>
              </a:rPr>
              <a:t>해석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2800" y="7696200"/>
            <a:ext cx="4305300" cy="520700"/>
          </a:xfrm>
          <a:prstGeom prst="rect">
            <a:avLst/>
          </a:prstGeom>
        </p:spPr>
        <p:txBody>
          <a:bodyPr anchor="t" rtlCol="false"/>
          <a:lstStyle/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933" b="true" i="false" u="none" strike="noStrike">
                <a:solidFill>
                  <a:srgbClr val="1E1E1E"/>
                </a:solidFill>
                <a:ea typeface="Pretendard Regular"/>
              </a:rPr>
              <a:t>스트레인</a:t>
            </a:r>
            <a:r>
              <a:rPr lang="en-US" sz="2933" b="tru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2933" b="true" i="false" u="none" strike="noStrike">
                <a:solidFill>
                  <a:srgbClr val="1E1E1E"/>
                </a:solidFill>
                <a:ea typeface="Pretendard Regular"/>
              </a:rPr>
              <a:t>게이지</a:t>
            </a:r>
            <a:r>
              <a:rPr lang="en-US" sz="2933" b="tru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2933" b="true" i="false" u="none" strike="noStrike">
                <a:solidFill>
                  <a:srgbClr val="1E1E1E"/>
                </a:solidFill>
                <a:ea typeface="Pretendard Regular"/>
              </a:rPr>
              <a:t>부착</a:t>
            </a:r>
            <a:r>
              <a:rPr lang="en-US" sz="2933" b="tru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2933" b="true" i="false" u="none" strike="noStrike">
                <a:solidFill>
                  <a:srgbClr val="1E1E1E"/>
                </a:solidFill>
                <a:ea typeface="Pretendard Regular"/>
              </a:rPr>
              <a:t>위치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12800" y="9080500"/>
            <a:ext cx="6108700" cy="520700"/>
          </a:xfrm>
          <a:prstGeom prst="rect">
            <a:avLst/>
          </a:prstGeom>
        </p:spPr>
        <p:txBody>
          <a:bodyPr anchor="t" rtlCol="false"/>
          <a:lstStyle/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933" b="true" i="false" u="none" strike="noStrike">
                <a:solidFill>
                  <a:srgbClr val="1E1E1E"/>
                </a:solidFill>
                <a:ea typeface="Pretendard Regular"/>
              </a:rPr>
              <a:t>인장</a:t>
            </a:r>
            <a:r>
              <a:rPr lang="en-US" sz="2933" b="true" i="false" u="none" strike="noStrike">
                <a:solidFill>
                  <a:srgbClr val="1E1E1E"/>
                </a:solidFill>
                <a:latin typeface="Pretendard Regular"/>
              </a:rPr>
              <a:t>,</a:t>
            </a:r>
            <a:r>
              <a:rPr lang="ko-KR" sz="2933" b="true" i="false" u="none" strike="noStrike">
                <a:solidFill>
                  <a:srgbClr val="1E1E1E"/>
                </a:solidFill>
                <a:ea typeface="Pretendard Regular"/>
              </a:rPr>
              <a:t>압축</a:t>
            </a:r>
            <a:r>
              <a:rPr lang="en-US" sz="2933" b="tru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2933" b="true" i="false" u="none" strike="noStrike">
                <a:solidFill>
                  <a:srgbClr val="1E1E1E"/>
                </a:solidFill>
                <a:ea typeface="Pretendard Regular"/>
              </a:rPr>
              <a:t>등에</a:t>
            </a:r>
            <a:r>
              <a:rPr lang="en-US" sz="2933" b="tru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2933" b="true" i="false" u="none" strike="noStrike">
                <a:solidFill>
                  <a:srgbClr val="1E1E1E"/>
                </a:solidFill>
                <a:ea typeface="Pretendard Regular"/>
              </a:rPr>
              <a:t>비해</a:t>
            </a:r>
            <a:r>
              <a:rPr lang="en-US" sz="2933" b="tru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2933" b="true" i="false" u="none" strike="noStrike">
                <a:solidFill>
                  <a:srgbClr val="1E1E1E"/>
                </a:solidFill>
                <a:ea typeface="Pretendard Regular"/>
              </a:rPr>
              <a:t>굽힘하중이</a:t>
            </a:r>
            <a:r>
              <a:rPr lang="en-US" sz="2933" b="tru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2933" b="true" i="false" u="none" strike="noStrike">
                <a:solidFill>
                  <a:srgbClr val="1E1E1E"/>
                </a:solidFill>
                <a:ea typeface="Pretendard Regular"/>
              </a:rPr>
              <a:t>지배적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31300" y="7696200"/>
            <a:ext cx="4076700" cy="520700"/>
          </a:xfrm>
          <a:prstGeom prst="rect">
            <a:avLst/>
          </a:prstGeom>
        </p:spPr>
        <p:txBody>
          <a:bodyPr anchor="t" rtlCol="false"/>
          <a:lstStyle/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933" b="true" i="false" u="none" strike="noStrike">
                <a:solidFill>
                  <a:srgbClr val="1E1E1E"/>
                </a:solidFill>
                <a:ea typeface="Pretendard Regular"/>
              </a:rPr>
              <a:t>해석</a:t>
            </a:r>
            <a:r>
              <a:rPr lang="en-US" sz="2933" b="tru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2933" b="true" i="false" u="none" strike="noStrike">
                <a:solidFill>
                  <a:srgbClr val="1E1E1E"/>
                </a:solidFill>
                <a:ea typeface="Pretendard Regular"/>
              </a:rPr>
              <a:t>후</a:t>
            </a:r>
            <a:r>
              <a:rPr lang="en-US" sz="2933" b="tru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2933" b="true" i="false" u="none" strike="noStrike">
                <a:solidFill>
                  <a:srgbClr val="1E1E1E"/>
                </a:solidFill>
                <a:ea typeface="Pretendard Regular"/>
              </a:rPr>
              <a:t>변형률</a:t>
            </a:r>
            <a:r>
              <a:rPr lang="en-US" sz="2933" b="tru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2933" b="true" i="false" u="none" strike="noStrike">
                <a:solidFill>
                  <a:srgbClr val="1E1E1E"/>
                </a:solidFill>
                <a:ea typeface="Pretendard Regular"/>
              </a:rPr>
              <a:t>최대</a:t>
            </a:r>
            <a:r>
              <a:rPr lang="en-US" sz="2933" b="tru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2933" b="true" i="false" u="none" strike="noStrike">
                <a:solidFill>
                  <a:srgbClr val="1E1E1E"/>
                </a:solidFill>
                <a:ea typeface="Pretendard Regular"/>
              </a:rPr>
              <a:t>지점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891000" y="7696200"/>
            <a:ext cx="2286000" cy="495300"/>
          </a:xfrm>
          <a:prstGeom prst="rect">
            <a:avLst/>
          </a:prstGeom>
        </p:spPr>
        <p:txBody>
          <a:bodyPr anchor="t" rtlCol="false"/>
          <a:lstStyle/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933" b="true" i="false" u="none" strike="noStrike">
                <a:solidFill>
                  <a:srgbClr val="1E1E1E"/>
                </a:solidFill>
                <a:ea typeface="Pretendard Regular"/>
              </a:rPr>
              <a:t>이송</a:t>
            </a:r>
            <a:r>
              <a:rPr lang="en-US" sz="2933" b="tru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2933" b="true" i="false" u="none" strike="noStrike">
                <a:solidFill>
                  <a:srgbClr val="1E1E1E"/>
                </a:solidFill>
                <a:ea typeface="Pretendard Regular"/>
              </a:rPr>
              <a:t>시작</a:t>
            </a:r>
            <a:r>
              <a:rPr lang="en-US" sz="2933" b="true" i="false" u="none" strike="noStrike">
                <a:solidFill>
                  <a:srgbClr val="1E1E1E"/>
                </a:solidFill>
                <a:latin typeface="Pretendard Regular"/>
              </a:rPr>
              <a:t> </a:t>
            </a:r>
            <a:r>
              <a:rPr lang="ko-KR" sz="2933" b="true" i="false" u="none" strike="noStrike">
                <a:solidFill>
                  <a:srgbClr val="1E1E1E"/>
                </a:solidFill>
                <a:ea typeface="Pretendard Regular"/>
              </a:rPr>
              <a:t>시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31300" y="7696200"/>
            <a:ext cx="4076700" cy="520700"/>
          </a:xfrm>
          <a:prstGeom prst="rect">
            <a:avLst/>
          </a:prstGeom>
        </p:spPr>
        <p:txBody>
          <a:bodyPr anchor="t" rtlCol="false"/>
          <a:lstStyle/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933" b="true" i="false" u="none" strike="noStrike">
                <a:solidFill>
                  <a:srgbClr val="1E1E1E"/>
                </a:solidFill>
                <a:ea typeface="Pretendard Regular"/>
              </a:rPr>
              <a:t>해석</a:t>
            </a:r>
            <a:r>
              <a:rPr lang="en-US" sz="2933" b="tru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2933" b="true" i="false" u="none" strike="noStrike">
                <a:solidFill>
                  <a:srgbClr val="1E1E1E"/>
                </a:solidFill>
                <a:ea typeface="Pretendard Regular"/>
              </a:rPr>
              <a:t>후</a:t>
            </a:r>
            <a:r>
              <a:rPr lang="en-US" sz="2933" b="tru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2933" b="true" i="false" u="none" strike="noStrike">
                <a:solidFill>
                  <a:srgbClr val="1E1E1E"/>
                </a:solidFill>
                <a:ea typeface="Pretendard Regular"/>
              </a:rPr>
              <a:t>변형률</a:t>
            </a:r>
            <a:r>
              <a:rPr lang="en-US" sz="2933" b="tru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2933" b="true" i="false" u="none" strike="noStrike">
                <a:solidFill>
                  <a:srgbClr val="1E1E1E"/>
                </a:solidFill>
                <a:ea typeface="Pretendard Regular"/>
              </a:rPr>
              <a:t>최대</a:t>
            </a:r>
            <a:r>
              <a:rPr lang="en-US" sz="2933" b="tru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2933" b="true" i="false" u="none" strike="noStrike">
                <a:solidFill>
                  <a:srgbClr val="1E1E1E"/>
                </a:solidFill>
                <a:ea typeface="Pretendard Regular"/>
              </a:rPr>
              <a:t>지점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891000" y="1727200"/>
            <a:ext cx="2286000" cy="495300"/>
          </a:xfrm>
          <a:prstGeom prst="rect">
            <a:avLst/>
          </a:prstGeom>
        </p:spPr>
        <p:txBody>
          <a:bodyPr anchor="t" rtlCol="false"/>
          <a:lstStyle/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933" b="true" i="false" u="none" strike="noStrike">
                <a:solidFill>
                  <a:srgbClr val="1E1E1E"/>
                </a:solidFill>
                <a:ea typeface="Pretendard Regular"/>
              </a:rPr>
              <a:t>굴착</a:t>
            </a:r>
            <a:r>
              <a:rPr lang="en-US" sz="2933" b="tru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2933" b="true" i="false" u="none" strike="noStrike">
                <a:solidFill>
                  <a:srgbClr val="1E1E1E"/>
                </a:solidFill>
                <a:ea typeface="Pretendard Regular"/>
              </a:rPr>
              <a:t>시작</a:t>
            </a:r>
            <a:r>
              <a:rPr lang="en-US" sz="2933" b="tru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2933" b="true" i="false" u="none" strike="noStrike">
                <a:solidFill>
                  <a:srgbClr val="1E1E1E"/>
                </a:solidFill>
                <a:ea typeface="Pretendard Regular"/>
              </a:rPr>
              <a:t>시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18600" y="9080500"/>
            <a:ext cx="7073900" cy="520700"/>
          </a:xfrm>
          <a:prstGeom prst="rect">
            <a:avLst/>
          </a:prstGeom>
        </p:spPr>
        <p:txBody>
          <a:bodyPr anchor="t" rtlCol="false"/>
          <a:lstStyle/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933" b="true" i="false" u="none" strike="noStrike">
                <a:solidFill>
                  <a:srgbClr val="1E1E1E"/>
                </a:solidFill>
                <a:ea typeface="Pretendard Regular"/>
              </a:rPr>
              <a:t>스트레인</a:t>
            </a:r>
            <a:r>
              <a:rPr lang="en-US" sz="2933" b="tru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2933" b="true" i="false" u="none" strike="noStrike">
                <a:solidFill>
                  <a:srgbClr val="1E1E1E"/>
                </a:solidFill>
                <a:ea typeface="Pretendard Regular"/>
              </a:rPr>
              <a:t>게이지를</a:t>
            </a:r>
            <a:r>
              <a:rPr lang="en-US" sz="2933" b="tru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2933" b="true" i="false" u="none" strike="noStrike">
                <a:solidFill>
                  <a:srgbClr val="1E1E1E"/>
                </a:solidFill>
                <a:ea typeface="Pretendard Regular"/>
              </a:rPr>
              <a:t>중립면에서</a:t>
            </a:r>
            <a:r>
              <a:rPr lang="en-US" sz="2933" b="tru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2933" b="true" i="false" u="none" strike="noStrike">
                <a:solidFill>
                  <a:srgbClr val="1E1E1E"/>
                </a:solidFill>
                <a:ea typeface="Pretendard Regular"/>
              </a:rPr>
              <a:t>먼</a:t>
            </a:r>
            <a:r>
              <a:rPr lang="en-US" sz="2933" b="tru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2933" b="true" i="false" u="none" strike="noStrike">
                <a:solidFill>
                  <a:srgbClr val="1E1E1E"/>
                </a:solidFill>
                <a:ea typeface="Pretendard Regular"/>
              </a:rPr>
              <a:t>지점에</a:t>
            </a:r>
            <a:r>
              <a:rPr lang="en-US" sz="2933" b="tru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2933" b="true" i="false" u="none" strike="noStrike">
                <a:solidFill>
                  <a:srgbClr val="1E1E1E"/>
                </a:solidFill>
                <a:ea typeface="Pretendard Regular"/>
              </a:rPr>
              <a:t>부착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 rot="0">
            <a:off x="-22364700" y="-25400"/>
            <a:ext cx="41719500" cy="16497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 rot="0">
            <a:off x="-26123900" y="-25400"/>
            <a:ext cx="41719500" cy="16497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43000" y="1562100"/>
            <a:ext cx="222377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43000" y="2489200"/>
            <a:ext cx="127000" cy="6350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143000" y="749300"/>
            <a:ext cx="1790700" cy="622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3466" b="false" i="false" u="none" strike="noStrike">
                <a:solidFill>
                  <a:srgbClr val="1E1E1E"/>
                </a:solidFill>
                <a:latin typeface="Pretendard ExtraBold"/>
              </a:rPr>
              <a:t>05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39900" y="2209800"/>
            <a:ext cx="10642600" cy="1143000"/>
          </a:xfrm>
          <a:prstGeom prst="rect">
            <a:avLst/>
          </a:prstGeom>
        </p:spPr>
        <p:txBody>
          <a:bodyPr anchor="t" rtlCol="false" lIns="0" tIns="81280" rIns="0" bIns="0"/>
          <a:lstStyle/>
          <a:p>
            <a:pPr algn="l" lvl="0">
              <a:lnSpc>
                <a:spcPct val="99600"/>
              </a:lnSpc>
            </a:pPr>
            <a:r>
              <a:rPr lang="ko-KR" sz="6400" b="false" i="false" u="none" strike="noStrike">
                <a:solidFill>
                  <a:srgbClr val="1E1E1E"/>
                </a:solidFill>
                <a:ea typeface="Pretendard Black"/>
              </a:rPr>
              <a:t>하중</a:t>
            </a:r>
            <a:r>
              <a:rPr lang="en-US" sz="6400" b="false" i="false" u="none" strike="noStrike">
                <a:solidFill>
                  <a:srgbClr val="1E1E1E"/>
                </a:solidFill>
                <a:latin typeface="Pretendard Black"/>
              </a:rPr>
              <a:t> </a:t>
            </a:r>
            <a:r>
              <a:rPr lang="ko-KR" sz="6400" b="false" i="false" u="none" strike="noStrike">
                <a:solidFill>
                  <a:srgbClr val="1E1E1E"/>
                </a:solidFill>
                <a:ea typeface="Pretendard Black"/>
              </a:rPr>
              <a:t>기반</a:t>
            </a:r>
            <a:r>
              <a:rPr lang="en-US" sz="6400" b="false" i="false" u="none" strike="noStrike">
                <a:solidFill>
                  <a:srgbClr val="1E1E1E"/>
                </a:solidFill>
                <a:latin typeface="Pretendard Black"/>
              </a:rPr>
              <a:t> </a:t>
            </a:r>
            <a:r>
              <a:rPr lang="ko-KR" sz="6400" b="false" i="false" u="none" strike="noStrike">
                <a:solidFill>
                  <a:srgbClr val="1E1E1E"/>
                </a:solidFill>
                <a:ea typeface="Pretendard Black"/>
              </a:rPr>
              <a:t>분류</a:t>
            </a:r>
            <a:r>
              <a:rPr lang="en-US" sz="6400" b="false" i="false" u="none" strike="noStrike">
                <a:solidFill>
                  <a:srgbClr val="1E1E1E"/>
                </a:solidFill>
                <a:latin typeface="Pretendard Black"/>
              </a:rPr>
              <a:t> - </a:t>
            </a:r>
            <a:r>
              <a:rPr lang="ko-KR" sz="6400" b="false" i="false" u="none" strike="noStrike">
                <a:solidFill>
                  <a:srgbClr val="1E1E1E"/>
                </a:solidFill>
                <a:ea typeface="Pretendard Black"/>
              </a:rPr>
              <a:t>스트레인</a:t>
            </a:r>
            <a:r>
              <a:rPr lang="en-US" sz="6400" b="false" i="false" u="none" strike="noStrike">
                <a:solidFill>
                  <a:srgbClr val="1E1E1E"/>
                </a:solidFill>
                <a:latin typeface="Pretendard Black"/>
              </a:rPr>
              <a:t> </a:t>
            </a:r>
            <a:r>
              <a:rPr lang="ko-KR" sz="6400" b="false" i="false" u="none" strike="noStrike">
                <a:solidFill>
                  <a:srgbClr val="1E1E1E"/>
                </a:solidFill>
                <a:ea typeface="Pretendard Black"/>
              </a:rPr>
              <a:t>게이지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496800" y="5740400"/>
            <a:ext cx="11010900" cy="571500"/>
          </a:xfrm>
          <a:prstGeom prst="rect">
            <a:avLst/>
          </a:prstGeom>
        </p:spPr>
        <p:txBody>
          <a:bodyPr anchor="t" rtlCol="false"/>
          <a:lstStyle/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sz="3199" b="true" i="false" u="none" strike="noStrike">
                <a:solidFill>
                  <a:srgbClr val="1E1E1E"/>
                </a:solidFill>
                <a:ea typeface="Pretendard Regular"/>
              </a:rPr>
              <a:t>굴착</a:t>
            </a:r>
            <a:r>
              <a:rPr lang="en-US" sz="3199" b="true" i="false" u="none" strike="noStrike">
                <a:solidFill>
                  <a:srgbClr val="1E1E1E"/>
                </a:solidFill>
                <a:latin typeface="Pretendard Regular"/>
              </a:rPr>
              <a:t>-</a:t>
            </a:r>
            <a:r>
              <a:rPr lang="ko-KR" sz="3199" b="true" i="false" u="none" strike="noStrike">
                <a:solidFill>
                  <a:srgbClr val="1E1E1E"/>
                </a:solidFill>
                <a:ea typeface="Pretendard Regular"/>
              </a:rPr>
              <a:t>이송</a:t>
            </a:r>
            <a:r>
              <a:rPr lang="en-US" sz="3199" b="true" i="false" u="none" strike="noStrike">
                <a:solidFill>
                  <a:srgbClr val="1E1E1E"/>
                </a:solidFill>
                <a:latin typeface="Pretendard Regular"/>
              </a:rPr>
              <a:t>-</a:t>
            </a:r>
            <a:r>
              <a:rPr lang="ko-KR" sz="3199" b="true" i="false" u="none" strike="noStrike">
                <a:solidFill>
                  <a:srgbClr val="1E1E1E"/>
                </a:solidFill>
                <a:ea typeface="Pretendard Regular"/>
              </a:rPr>
              <a:t>투하</a:t>
            </a:r>
            <a:r>
              <a:rPr lang="en-US" sz="3199" b="true" i="false" u="none" strike="noStrike">
                <a:solidFill>
                  <a:srgbClr val="1E1E1E"/>
                </a:solidFill>
                <a:latin typeface="Pretendard Regular"/>
              </a:rPr>
              <a:t>-</a:t>
            </a:r>
            <a:r>
              <a:rPr lang="ko-KR" sz="3199" b="true" i="false" u="none" strike="noStrike">
                <a:solidFill>
                  <a:srgbClr val="1E1E1E"/>
                </a:solidFill>
                <a:ea typeface="Pretendard Regular"/>
              </a:rPr>
              <a:t>대기</a:t>
            </a:r>
            <a:r>
              <a:rPr lang="en-US" sz="3199" b="tru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3199" b="true" i="false" u="none" strike="noStrike">
                <a:solidFill>
                  <a:srgbClr val="1E1E1E"/>
                </a:solidFill>
                <a:ea typeface="Pretendard Regular"/>
              </a:rPr>
              <a:t>사이클</a:t>
            </a:r>
            <a:r>
              <a:rPr lang="en-US" sz="3199" b="tru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3199" b="true" i="false" u="none" strike="noStrike">
                <a:solidFill>
                  <a:srgbClr val="1E1E1E"/>
                </a:solidFill>
                <a:ea typeface="Pretendard Regular"/>
              </a:rPr>
              <a:t>중</a:t>
            </a:r>
            <a:r>
              <a:rPr lang="en-US" sz="3199" b="tru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3199" b="true" i="false" u="none" strike="noStrike">
                <a:solidFill>
                  <a:srgbClr val="1E1E1E"/>
                </a:solidFill>
                <a:ea typeface="Pretendard Regular"/>
              </a:rPr>
              <a:t>핵심</a:t>
            </a:r>
            <a:r>
              <a:rPr lang="en-US" sz="3199" b="tru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3199" b="true" i="false" u="none" strike="noStrike">
                <a:solidFill>
                  <a:srgbClr val="1E1E1E"/>
                </a:solidFill>
                <a:ea typeface="Pretendard Regular"/>
              </a:rPr>
              <a:t>동작</a:t>
            </a:r>
            <a:r>
              <a:rPr lang="en-US" sz="3199" b="tru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3199" b="true" i="false" u="none" strike="noStrike">
                <a:solidFill>
                  <a:srgbClr val="1E1E1E"/>
                </a:solidFill>
                <a:ea typeface="Pretendard Regular"/>
              </a:rPr>
              <a:t>지점에</a:t>
            </a:r>
            <a:r>
              <a:rPr lang="en-US" sz="3199" b="tru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3199" b="true" i="false" u="none" strike="noStrike">
                <a:solidFill>
                  <a:srgbClr val="1E1E1E"/>
                </a:solidFill>
                <a:ea typeface="Pretendard Regular"/>
              </a:rPr>
              <a:t>대한</a:t>
            </a:r>
            <a:r>
              <a:rPr lang="en-US" sz="3199" b="tru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3199" b="true" i="false" u="none" strike="noStrike">
                <a:solidFill>
                  <a:srgbClr val="1E1E1E"/>
                </a:solidFill>
                <a:ea typeface="Pretendard Regular"/>
              </a:rPr>
              <a:t>정성적</a:t>
            </a:r>
            <a:r>
              <a:rPr lang="en-US" sz="3199" b="tru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3199" b="true" i="false" u="none" strike="noStrike">
                <a:solidFill>
                  <a:srgbClr val="1E1E1E"/>
                </a:solidFill>
                <a:ea typeface="Pretendard Regular"/>
              </a:rPr>
              <a:t>예측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496800" y="7556500"/>
            <a:ext cx="10172700" cy="571500"/>
          </a:xfrm>
          <a:prstGeom prst="rect">
            <a:avLst/>
          </a:prstGeom>
        </p:spPr>
        <p:txBody>
          <a:bodyPr anchor="t" rtlCol="false"/>
          <a:lstStyle/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sz="3199" b="true" i="false" u="none" strike="noStrike">
                <a:solidFill>
                  <a:srgbClr val="1E1E1E"/>
                </a:solidFill>
                <a:ea typeface="Pretendard Regular"/>
              </a:rPr>
              <a:t>추후</a:t>
            </a:r>
            <a:r>
              <a:rPr lang="en-US" sz="3199" b="tru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3199" b="true" i="false" u="none" strike="noStrike">
                <a:solidFill>
                  <a:srgbClr val="1E1E1E"/>
                </a:solidFill>
                <a:ea typeface="Pretendard Regular"/>
              </a:rPr>
              <a:t>굴삭기</a:t>
            </a:r>
            <a:r>
              <a:rPr lang="en-US" sz="3199" b="tru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3199" b="true" i="false" u="none" strike="noStrike">
                <a:solidFill>
                  <a:srgbClr val="1E1E1E"/>
                </a:solidFill>
                <a:ea typeface="Pretendard Regular"/>
              </a:rPr>
              <a:t>모듈</a:t>
            </a:r>
            <a:r>
              <a:rPr lang="en-US" sz="3199" b="tru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3199" b="true" i="false" u="none" strike="noStrike">
                <a:solidFill>
                  <a:srgbClr val="1E1E1E"/>
                </a:solidFill>
                <a:ea typeface="Pretendard Regular"/>
              </a:rPr>
              <a:t>활용</a:t>
            </a:r>
            <a:r>
              <a:rPr lang="en-US" sz="3199" b="tru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3199" b="true" i="false" u="none" strike="noStrike">
                <a:solidFill>
                  <a:srgbClr val="1E1E1E"/>
                </a:solidFill>
                <a:ea typeface="Pretendard Regular"/>
              </a:rPr>
              <a:t>실측</a:t>
            </a:r>
            <a:r>
              <a:rPr lang="en-US" sz="3199" b="tru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3199" b="true" i="false" u="none" strike="noStrike">
                <a:solidFill>
                  <a:srgbClr val="1E1E1E"/>
                </a:solidFill>
                <a:ea typeface="Pretendard Regular"/>
              </a:rPr>
              <a:t>데이터로</a:t>
            </a:r>
            <a:r>
              <a:rPr lang="en-US" sz="3199" b="tru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3199" b="true" i="false" u="none" strike="noStrike">
                <a:solidFill>
                  <a:srgbClr val="1E1E1E"/>
                </a:solidFill>
                <a:ea typeface="Pretendard Regular"/>
              </a:rPr>
              <a:t>비교</a:t>
            </a:r>
            <a:r>
              <a:rPr lang="en-US" sz="3199" b="tru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3199" b="true" i="false" u="none" strike="noStrike">
                <a:solidFill>
                  <a:srgbClr val="1E1E1E"/>
                </a:solidFill>
                <a:ea typeface="Pretendard Regular"/>
              </a:rPr>
              <a:t>분석</a:t>
            </a:r>
            <a:r>
              <a:rPr lang="en-US" sz="3199" b="tru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3199" b="true" i="false" u="none" strike="noStrike">
                <a:solidFill>
                  <a:srgbClr val="1E1E1E"/>
                </a:solidFill>
                <a:ea typeface="Pretendard Regular"/>
              </a:rPr>
              <a:t>예정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70000" y="12585700"/>
            <a:ext cx="12001500" cy="7366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" sz="1999" b="false" i="false" u="none" strike="noStrike">
                <a:solidFill>
                  <a:srgbClr val="1E1E1E"/>
                </a:solidFill>
                <a:latin typeface="Pretendard Regular"/>
              </a:rPr>
              <a:t>Y., Zhang, L., Li, J., &amp; Liu, J. (2023). Digging performance and stress characteristic of the excavator bucket during excavation. Applied Sciences, 13(20), 11507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496800" y="6616700"/>
            <a:ext cx="10172700" cy="571500"/>
          </a:xfrm>
          <a:prstGeom prst="rect">
            <a:avLst/>
          </a:prstGeom>
        </p:spPr>
        <p:txBody>
          <a:bodyPr anchor="t" rtlCol="false"/>
          <a:lstStyle/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sz="3199" b="true" i="false" u="none" strike="noStrike">
                <a:solidFill>
                  <a:srgbClr val="1E1E1E"/>
                </a:solidFill>
                <a:ea typeface="Pretendard Regular"/>
              </a:rPr>
              <a:t>굴착</a:t>
            </a:r>
            <a:r>
              <a:rPr lang="en-US" sz="3199" b="tru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3199" b="true" i="false" u="none" strike="noStrike">
                <a:solidFill>
                  <a:srgbClr val="1E1E1E"/>
                </a:solidFill>
                <a:ea typeface="Pretendard Regular"/>
              </a:rPr>
              <a:t>시작과</a:t>
            </a:r>
            <a:r>
              <a:rPr lang="en-US" sz="3199" b="tru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3199" b="true" i="false" u="none" strike="noStrike">
                <a:solidFill>
                  <a:srgbClr val="1E1E1E"/>
                </a:solidFill>
                <a:ea typeface="Pretendard Regular"/>
              </a:rPr>
              <a:t>진행</a:t>
            </a:r>
            <a:r>
              <a:rPr lang="en-US" sz="3199" b="tru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3199" b="true" i="false" u="none" strike="noStrike">
                <a:solidFill>
                  <a:srgbClr val="1E1E1E"/>
                </a:solidFill>
                <a:ea typeface="Pretendard Regular"/>
              </a:rPr>
              <a:t>간</a:t>
            </a:r>
            <a:r>
              <a:rPr lang="en-US" sz="3199" b="tru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3199" b="true" i="false" u="none" strike="noStrike">
                <a:solidFill>
                  <a:srgbClr val="1E1E1E"/>
                </a:solidFill>
                <a:ea typeface="Pretendard Regular"/>
              </a:rPr>
              <a:t>가장</a:t>
            </a:r>
            <a:r>
              <a:rPr lang="en-US" sz="3199" b="tru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3199" b="true" i="false" u="none" strike="noStrike">
                <a:solidFill>
                  <a:srgbClr val="1E1E1E"/>
                </a:solidFill>
                <a:ea typeface="Pretendard Regular"/>
              </a:rPr>
              <a:t>큰</a:t>
            </a:r>
            <a:r>
              <a:rPr lang="en-US" sz="3199" b="tru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3199" b="true" i="false" u="none" strike="noStrike">
                <a:solidFill>
                  <a:srgbClr val="1E1E1E"/>
                </a:solidFill>
                <a:ea typeface="Pretendard Regular"/>
              </a:rPr>
              <a:t>변형률이</a:t>
            </a:r>
            <a:r>
              <a:rPr lang="en-US" sz="3199" b="tru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3199" b="true" i="false" u="none" strike="noStrike">
                <a:solidFill>
                  <a:srgbClr val="1E1E1E"/>
                </a:solidFill>
                <a:ea typeface="Pretendard Regular"/>
              </a:rPr>
              <a:t>발생할</a:t>
            </a:r>
            <a:r>
              <a:rPr lang="en-US" sz="3199" b="tru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3199" b="true" i="false" u="none" strike="noStrike">
                <a:solidFill>
                  <a:srgbClr val="1E1E1E"/>
                </a:solidFill>
                <a:ea typeface="Pretendard Regular"/>
              </a:rPr>
              <a:t>것으로</a:t>
            </a:r>
            <a:r>
              <a:rPr lang="en-US" sz="3199" b="tru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3199" b="true" i="false" u="none" strike="noStrike">
                <a:solidFill>
                  <a:srgbClr val="1E1E1E"/>
                </a:solidFill>
                <a:ea typeface="Pretendard Regular"/>
              </a:rPr>
              <a:t>예측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70000" y="3975100"/>
            <a:ext cx="9118600" cy="8318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43000" y="1816100"/>
            <a:ext cx="127000" cy="635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 rot="0">
            <a:off x="15595600" y="7416800"/>
            <a:ext cx="381000" cy="381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 rot="0">
            <a:off x="8928100" y="7416800"/>
            <a:ext cx="381000" cy="38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>
            <a:alphaModFix amt="7000"/>
          </a:blip>
          <a:stretch>
            <a:fillRect/>
          </a:stretch>
        </p:blipFill>
        <p:spPr>
          <a:xfrm rot="0">
            <a:off x="3517900" y="5283200"/>
            <a:ext cx="4610100" cy="46101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3911600" y="7264400"/>
            <a:ext cx="4241800" cy="1054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ko-KR" sz="2666" b="true" i="false" u="none" strike="noStrike">
                <a:solidFill>
                  <a:srgbClr val="000000"/>
                </a:solidFill>
                <a:ea typeface="Pretendard Regular"/>
              </a:rPr>
              <a:t>영상</a:t>
            </a:r>
            <a:r>
              <a:rPr lang="en-US" sz="26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666" b="true" i="false" u="none" strike="noStrike">
                <a:solidFill>
                  <a:srgbClr val="000000"/>
                </a:solidFill>
                <a:ea typeface="Pretendard Regular"/>
              </a:rPr>
              <a:t>정보</a:t>
            </a:r>
            <a:r>
              <a:rPr lang="en-US" sz="26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666" b="true" i="false" u="none" strike="noStrike">
                <a:solidFill>
                  <a:srgbClr val="000000"/>
                </a:solidFill>
                <a:ea typeface="Pretendard Regular"/>
              </a:rPr>
              <a:t>기반</a:t>
            </a:r>
            <a:r>
              <a:rPr lang="en-US" sz="26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666" b="true" i="false" u="none" strike="noStrike">
                <a:solidFill>
                  <a:srgbClr val="000000"/>
                </a:solidFill>
                <a:ea typeface="Pretendard Regular"/>
              </a:rPr>
              <a:t>분류</a:t>
            </a:r>
          </a:p>
          <a:p>
            <a:pPr algn="ctr" lvl="0">
              <a:lnSpc>
                <a:spcPct val="141100"/>
              </a:lnSpc>
            </a:pPr>
            <a:r>
              <a:rPr lang="en-US" sz="2666" b="tru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666" b="true" i="false" u="none" strike="noStrike">
                <a:solidFill>
                  <a:srgbClr val="000000"/>
                </a:solidFill>
                <a:ea typeface="Pretendard Regular"/>
              </a:rPr>
              <a:t>역기구학</a:t>
            </a:r>
            <a:r>
              <a:rPr lang="en-US" sz="26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666" b="true" i="false" u="none" strike="noStrike">
                <a:solidFill>
                  <a:srgbClr val="000000"/>
                </a:solidFill>
                <a:ea typeface="Pretendard Regular"/>
              </a:rPr>
              <a:t>활용</a:t>
            </a:r>
            <a:r>
              <a:rPr lang="en-US" sz="26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666" b="true" i="false" u="none" strike="noStrike">
                <a:solidFill>
                  <a:srgbClr val="000000"/>
                </a:solidFill>
                <a:ea typeface="Pretendard Regular"/>
              </a:rPr>
              <a:t>분류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848100" y="5969000"/>
            <a:ext cx="3962400" cy="520700"/>
          </a:xfrm>
          <a:prstGeom prst="rect">
            <a:avLst/>
          </a:prstGeom>
        </p:spPr>
        <p:txBody>
          <a:bodyPr anchor="b" rtlCol="false"/>
          <a:lstStyle/>
          <a:p>
            <a:pPr algn="ctr" lvl="0">
              <a:lnSpc>
                <a:spcPct val="116199"/>
              </a:lnSpc>
            </a:pPr>
            <a:r>
              <a:rPr lang="en" sz="2933" b="false" i="false" u="none" strike="noStrike">
                <a:solidFill>
                  <a:srgbClr val="000000"/>
                </a:solidFill>
                <a:latin typeface="Pretendard Medium"/>
              </a:rPr>
              <a:t> 01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209800" y="4076700"/>
            <a:ext cx="2959100" cy="6858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2425700" y="4165600"/>
            <a:ext cx="2527300" cy="457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24499"/>
              </a:lnSpc>
            </a:pPr>
            <a:r>
              <a:rPr lang="en" sz="2666" b="true" i="false" u="none" strike="noStrike">
                <a:solidFill>
                  <a:srgbClr val="FFFFFF"/>
                </a:solidFill>
                <a:latin typeface="Pretendard Medium"/>
              </a:rPr>
              <a:t>concept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alphaModFix amt="7000"/>
          </a:blip>
          <a:stretch>
            <a:fillRect/>
          </a:stretch>
        </p:blipFill>
        <p:spPr>
          <a:xfrm rot="0">
            <a:off x="16852900" y="5283200"/>
            <a:ext cx="4610100" cy="46101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7094200" y="7264400"/>
            <a:ext cx="3987800" cy="10160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ko-KR" sz="2666" b="true" i="false" u="none" strike="noStrike">
                <a:solidFill>
                  <a:srgbClr val="000000"/>
                </a:solidFill>
                <a:ea typeface="Pretendard Regular"/>
              </a:rPr>
              <a:t>하중</a:t>
            </a:r>
            <a:r>
              <a:rPr lang="en-US" sz="26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666" b="true" i="false" u="none" strike="noStrike">
                <a:solidFill>
                  <a:srgbClr val="000000"/>
                </a:solidFill>
                <a:ea typeface="Pretendard Regular"/>
              </a:rPr>
              <a:t>기반</a:t>
            </a:r>
            <a:r>
              <a:rPr lang="en-US" sz="26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666" b="true" i="false" u="none" strike="noStrike">
                <a:solidFill>
                  <a:srgbClr val="000000"/>
                </a:solidFill>
                <a:ea typeface="Pretendard Regular"/>
              </a:rPr>
              <a:t>분류</a:t>
            </a:r>
          </a:p>
          <a:p>
            <a:pPr algn="ctr" lvl="0">
              <a:lnSpc>
                <a:spcPct val="141100"/>
              </a:lnSpc>
            </a:pPr>
            <a:r>
              <a:rPr lang="en-US" sz="2666" b="tru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666" b="true" i="false" u="none" strike="noStrike">
                <a:solidFill>
                  <a:srgbClr val="000000"/>
                </a:solidFill>
                <a:ea typeface="Pretendard Regular"/>
              </a:rPr>
              <a:t>게이지</a:t>
            </a:r>
            <a:r>
              <a:rPr lang="en-US" sz="26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666" b="true" i="false" u="none" strike="noStrike">
                <a:solidFill>
                  <a:srgbClr val="000000"/>
                </a:solidFill>
                <a:ea typeface="Pretendard Regular"/>
              </a:rPr>
              <a:t>측정값</a:t>
            </a:r>
            <a:r>
              <a:rPr lang="en-US" sz="26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666" b="true" i="false" u="none" strike="noStrike">
                <a:solidFill>
                  <a:srgbClr val="000000"/>
                </a:solidFill>
                <a:ea typeface="Pretendard Regular"/>
              </a:rPr>
              <a:t>분류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424400" y="5969000"/>
            <a:ext cx="3454400" cy="520700"/>
          </a:xfrm>
          <a:prstGeom prst="rect">
            <a:avLst/>
          </a:prstGeom>
        </p:spPr>
        <p:txBody>
          <a:bodyPr anchor="b" rtlCol="false"/>
          <a:lstStyle/>
          <a:p>
            <a:pPr algn="ctr" lvl="0">
              <a:lnSpc>
                <a:spcPct val="116199"/>
              </a:lnSpc>
            </a:pPr>
            <a:r>
              <a:rPr lang="en" sz="2933" b="false" i="false" u="none" strike="noStrike">
                <a:solidFill>
                  <a:srgbClr val="000000"/>
                </a:solidFill>
                <a:latin typeface="Pretendard Medium"/>
              </a:rPr>
              <a:t>03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alphaModFix amt="7000"/>
          </a:blip>
          <a:stretch>
            <a:fillRect/>
          </a:stretch>
        </p:blipFill>
        <p:spPr>
          <a:xfrm rot="0">
            <a:off x="10185400" y="5283200"/>
            <a:ext cx="4610100" cy="46101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0477500" y="7264400"/>
            <a:ext cx="3886200" cy="1054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ko-KR" sz="2666" b="true" i="false" u="none" strike="noStrike">
                <a:solidFill>
                  <a:srgbClr val="000000"/>
                </a:solidFill>
                <a:ea typeface="Pretendard Regular"/>
              </a:rPr>
              <a:t>영상</a:t>
            </a:r>
            <a:r>
              <a:rPr lang="en-US" sz="26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666" b="true" i="false" u="none" strike="noStrike">
                <a:solidFill>
                  <a:srgbClr val="000000"/>
                </a:solidFill>
                <a:ea typeface="Pretendard Regular"/>
              </a:rPr>
              <a:t>정보</a:t>
            </a:r>
            <a:r>
              <a:rPr lang="en-US" sz="26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666" b="true" i="false" u="none" strike="noStrike">
                <a:solidFill>
                  <a:srgbClr val="000000"/>
                </a:solidFill>
                <a:ea typeface="Pretendard Regular"/>
              </a:rPr>
              <a:t>기반</a:t>
            </a:r>
            <a:r>
              <a:rPr lang="en-US" sz="26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666" b="true" i="false" u="none" strike="noStrike">
                <a:solidFill>
                  <a:srgbClr val="000000"/>
                </a:solidFill>
                <a:ea typeface="Pretendard Regular"/>
              </a:rPr>
              <a:t>분류</a:t>
            </a:r>
          </a:p>
          <a:p>
            <a:pPr algn="ctr" lvl="0">
              <a:lnSpc>
                <a:spcPct val="141100"/>
              </a:lnSpc>
            </a:pPr>
            <a:r>
              <a:rPr lang="en-US" sz="2666" b="tru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666" b="true" i="false" u="none" strike="noStrike">
                <a:solidFill>
                  <a:srgbClr val="000000"/>
                </a:solidFill>
                <a:ea typeface="Pretendard Regular"/>
              </a:rPr>
              <a:t>버킷</a:t>
            </a:r>
            <a:r>
              <a:rPr lang="en-US" sz="26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666" b="true" i="false" u="none" strike="noStrike">
                <a:solidFill>
                  <a:srgbClr val="000000"/>
                </a:solidFill>
                <a:ea typeface="Pretendard Regular"/>
              </a:rPr>
              <a:t>채움률</a:t>
            </a:r>
            <a:r>
              <a:rPr lang="en-US" sz="26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666" b="true" i="false" u="none" strike="noStrike">
                <a:solidFill>
                  <a:srgbClr val="000000"/>
                </a:solidFill>
                <a:ea typeface="Pretendard Regular"/>
              </a:rPr>
              <a:t>분류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693400" y="5448300"/>
            <a:ext cx="3606800" cy="1041400"/>
          </a:xfrm>
          <a:prstGeom prst="rect">
            <a:avLst/>
          </a:prstGeom>
        </p:spPr>
        <p:txBody>
          <a:bodyPr anchor="b" rtlCol="false"/>
          <a:lstStyle/>
          <a:p>
            <a:pPr algn="ctr" lvl="0">
              <a:lnSpc>
                <a:spcPct val="116199"/>
              </a:lnSpc>
            </a:pPr>
            <a:r>
              <a:rPr lang="en" sz="2933" b="false" i="false" u="none" strike="noStrike">
                <a:solidFill>
                  <a:srgbClr val="000000"/>
                </a:solidFill>
                <a:latin typeface="Pretendard Medium"/>
              </a:rPr>
              <a:t/>
            </a:r>
          </a:p>
          <a:p>
            <a:pPr algn="ctr" lvl="0">
              <a:lnSpc>
                <a:spcPct val="116199"/>
              </a:lnSpc>
            </a:pPr>
            <a:r>
              <a:rPr lang="en" sz="2933" b="false" i="false" u="none" strike="noStrike">
                <a:solidFill>
                  <a:srgbClr val="000000"/>
                </a:solidFill>
                <a:latin typeface="Pretendard Medium"/>
              </a:rPr>
              <a:t>02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47800" y="1778000"/>
            <a:ext cx="21678900" cy="7239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" sz="4000" b="true" i="false" u="none" strike="noStrike">
                <a:solidFill>
                  <a:srgbClr val="000000"/>
                </a:solidFill>
                <a:ea typeface="Pretendard Medium"/>
              </a:rPr>
              <a:t>결론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43000" y="1562100"/>
            <a:ext cx="22237700" cy="254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143000" y="749300"/>
            <a:ext cx="1790700" cy="622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3466" b="false" i="false" u="none" strike="noStrike">
                <a:solidFill>
                  <a:srgbClr val="1E1E1E"/>
                </a:solidFill>
                <a:latin typeface="Pretendard ExtraBold"/>
              </a:rPr>
              <a:t>06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616200" y="5156200"/>
            <a:ext cx="12979400" cy="50800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81200" y="4864100"/>
            <a:ext cx="20675600" cy="56388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2374900" y="10934700"/>
            <a:ext cx="6438900" cy="520700"/>
          </a:xfrm>
          <a:prstGeom prst="rect">
            <a:avLst/>
          </a:prstGeom>
        </p:spPr>
        <p:txBody>
          <a:bodyPr anchor="t" rtlCol="false"/>
          <a:lstStyle/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933" b="true" i="false" u="none" strike="noStrike" spc="-28">
                <a:solidFill>
                  <a:srgbClr val="FC5230">
                    <a:alpha val="70196"/>
                  </a:srgbClr>
                </a:solidFill>
                <a:ea typeface="Pretendard Regular"/>
              </a:rPr>
              <a:t>비용</a:t>
            </a:r>
            <a:r>
              <a:rPr lang="en-US" sz="2933" b="true" i="false" u="none" strike="noStrike" spc="-28">
                <a:solidFill>
                  <a:srgbClr val="FC5230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true" i="false" u="none" strike="noStrike" spc="-28">
                <a:solidFill>
                  <a:srgbClr val="FC5230">
                    <a:alpha val="70196"/>
                  </a:srgbClr>
                </a:solidFill>
                <a:ea typeface="Pretendard Regular"/>
              </a:rPr>
              <a:t>절약</a:t>
            </a:r>
            <a:r>
              <a:rPr lang="en-US" sz="2933" b="true" i="false" u="none" strike="noStrike" spc="-28">
                <a:solidFill>
                  <a:srgbClr val="FC5230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true" i="false" u="none" strike="noStrike" spc="-28">
                <a:solidFill>
                  <a:srgbClr val="FC5230">
                    <a:alpha val="70196"/>
                  </a:srgbClr>
                </a:solidFill>
                <a:ea typeface="Pretendard Regular"/>
              </a:rPr>
              <a:t>측면에서</a:t>
            </a:r>
            <a:r>
              <a:rPr lang="en-US" sz="2933" b="true" i="false" u="none" strike="noStrike" spc="-28">
                <a:solidFill>
                  <a:srgbClr val="FC5230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true" i="false" u="none" strike="noStrike" spc="-28">
                <a:solidFill>
                  <a:srgbClr val="FC5230">
                    <a:alpha val="70196"/>
                  </a:srgbClr>
                </a:solidFill>
                <a:ea typeface="Pretendard Regular"/>
              </a:rPr>
              <a:t>우수한</a:t>
            </a:r>
            <a:r>
              <a:rPr lang="en-US" sz="2933" b="true" i="false" u="none" strike="noStrike" spc="-28">
                <a:solidFill>
                  <a:srgbClr val="FC5230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true" i="false" u="none" strike="noStrike" spc="-28">
                <a:solidFill>
                  <a:srgbClr val="FC5230">
                    <a:alpha val="70196"/>
                  </a:srgbClr>
                </a:solidFill>
                <a:ea typeface="Pretendard Regular"/>
              </a:rPr>
              <a:t>모델</a:t>
            </a:r>
            <a:r>
              <a:rPr lang="en-US" sz="2933" b="true" i="false" u="none" strike="noStrike" spc="-28">
                <a:solidFill>
                  <a:srgbClr val="FC5230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true" i="false" u="none" strike="noStrike" spc="-28">
                <a:solidFill>
                  <a:srgbClr val="FC5230">
                    <a:alpha val="70196"/>
                  </a:srgbClr>
                </a:solidFill>
                <a:ea typeface="Pretendard Regular"/>
              </a:rPr>
              <a:t>생성</a:t>
            </a:r>
            <a:r>
              <a:rPr lang="en-US" sz="2933" b="true" i="false" u="none" strike="noStrike" spc="-28">
                <a:solidFill>
                  <a:srgbClr val="FC5230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true" i="false" u="none" strike="noStrike" spc="-28">
                <a:solidFill>
                  <a:srgbClr val="FC5230">
                    <a:alpha val="70196"/>
                  </a:srgbClr>
                </a:solidFill>
                <a:ea typeface="Pretendard Regular"/>
              </a:rPr>
              <a:t>가능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43000" y="2997200"/>
            <a:ext cx="12115800" cy="508000"/>
          </a:xfrm>
          <a:prstGeom prst="rect">
            <a:avLst/>
          </a:prstGeom>
        </p:spPr>
        <p:txBody>
          <a:bodyPr anchor="t" rtlCol="false"/>
          <a:lstStyle/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933" b="true" i="false" u="none" strike="noStrike" spc="-28">
                <a:solidFill>
                  <a:srgbClr val="000000">
                    <a:alpha val="70196"/>
                  </a:srgbClr>
                </a:solidFill>
                <a:ea typeface="Pretendard Regular"/>
              </a:rPr>
              <a:t>선정한</a:t>
            </a:r>
            <a:r>
              <a:rPr lang="en-US" sz="2933" b="true" i="false" u="none" strike="noStrike" spc="-28">
                <a:solidFill>
                  <a:srgbClr val="000000">
                    <a:alpha val="70196"/>
                  </a:srgbClr>
                </a:solidFill>
                <a:latin typeface="Pretendard Regular"/>
              </a:rPr>
              <a:t> 3</a:t>
            </a:r>
            <a:r>
              <a:rPr lang="ko-KR" sz="2933" b="true" i="false" u="none" strike="noStrike" spc="-28">
                <a:solidFill>
                  <a:srgbClr val="000000">
                    <a:alpha val="70196"/>
                  </a:srgbClr>
                </a:solidFill>
                <a:ea typeface="Pretendard Regular"/>
              </a:rPr>
              <a:t>가지의</a:t>
            </a:r>
            <a:r>
              <a:rPr lang="en-US" sz="2933" b="true" i="false" u="none" strike="noStrike" spc="-28">
                <a:solidFill>
                  <a:srgbClr val="000000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true" i="false" u="none" strike="noStrike" spc="-28">
                <a:solidFill>
                  <a:srgbClr val="000000">
                    <a:alpha val="70196"/>
                  </a:srgbClr>
                </a:solidFill>
                <a:ea typeface="Pretendard Regular"/>
              </a:rPr>
              <a:t>분류기준</a:t>
            </a:r>
            <a:r>
              <a:rPr lang="en-US" sz="2933" b="true" i="false" u="none" strike="noStrike" spc="-28">
                <a:solidFill>
                  <a:srgbClr val="000000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true" i="false" u="none" strike="noStrike" spc="-28">
                <a:solidFill>
                  <a:srgbClr val="000000">
                    <a:alpha val="70196"/>
                  </a:srgbClr>
                </a:solidFill>
                <a:ea typeface="Pretendard Regular"/>
              </a:rPr>
              <a:t>모두</a:t>
            </a:r>
            <a:r>
              <a:rPr lang="en-US" sz="2933" b="true" i="false" u="none" strike="noStrike" spc="-28">
                <a:solidFill>
                  <a:srgbClr val="000000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true" i="false" u="none" strike="noStrike" spc="-28">
                <a:solidFill>
                  <a:srgbClr val="000000">
                    <a:alpha val="70196"/>
                  </a:srgbClr>
                </a:solidFill>
                <a:ea typeface="Pretendard Regular"/>
              </a:rPr>
              <a:t>독립적으로</a:t>
            </a:r>
            <a:r>
              <a:rPr lang="en-US" sz="2933" b="true" i="false" u="none" strike="noStrike" spc="-28">
                <a:solidFill>
                  <a:srgbClr val="000000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true" i="false" u="none" strike="noStrike" spc="-28">
                <a:solidFill>
                  <a:srgbClr val="000000">
                    <a:alpha val="70196"/>
                  </a:srgbClr>
                </a:solidFill>
                <a:ea typeface="Pretendard Regular"/>
              </a:rPr>
              <a:t>사이클</a:t>
            </a:r>
            <a:r>
              <a:rPr lang="en-US" sz="2933" b="true" i="false" u="none" strike="noStrike" spc="-28">
                <a:solidFill>
                  <a:srgbClr val="000000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true" i="false" u="none" strike="noStrike" spc="-28">
                <a:solidFill>
                  <a:srgbClr val="000000">
                    <a:alpha val="70196"/>
                  </a:srgbClr>
                </a:solidFill>
                <a:ea typeface="Pretendard Regular"/>
              </a:rPr>
              <a:t>타임</a:t>
            </a:r>
            <a:r>
              <a:rPr lang="en-US" sz="2933" b="true" i="false" u="none" strike="noStrike" spc="-28">
                <a:solidFill>
                  <a:srgbClr val="000000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true" i="false" u="none" strike="noStrike" spc="-28">
                <a:solidFill>
                  <a:srgbClr val="000000">
                    <a:alpha val="70196"/>
                  </a:srgbClr>
                </a:solidFill>
                <a:ea typeface="Pretendard Regular"/>
              </a:rPr>
              <a:t>분류기능을</a:t>
            </a:r>
            <a:r>
              <a:rPr lang="en-US" sz="2933" b="true" i="false" u="none" strike="noStrike" spc="-28">
                <a:solidFill>
                  <a:srgbClr val="000000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true" i="false" u="none" strike="noStrike" spc="-28">
                <a:solidFill>
                  <a:srgbClr val="000000">
                    <a:alpha val="70196"/>
                  </a:srgbClr>
                </a:solidFill>
                <a:ea typeface="Pretendard Regular"/>
              </a:rPr>
              <a:t>수행할</a:t>
            </a:r>
            <a:r>
              <a:rPr lang="en-US" sz="2933" b="true" i="false" u="none" strike="noStrike" spc="-28">
                <a:solidFill>
                  <a:srgbClr val="000000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true" i="false" u="none" strike="noStrike" spc="-28">
                <a:solidFill>
                  <a:srgbClr val="000000">
                    <a:alpha val="70196"/>
                  </a:srgbClr>
                </a:solidFill>
                <a:ea typeface="Pretendard Regular"/>
              </a:rPr>
              <a:t>수</a:t>
            </a:r>
            <a:r>
              <a:rPr lang="en-US" sz="2933" b="true" i="false" u="none" strike="noStrike" spc="-28">
                <a:solidFill>
                  <a:srgbClr val="000000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true" i="false" u="none" strike="noStrike" spc="-28">
                <a:solidFill>
                  <a:srgbClr val="000000">
                    <a:alpha val="70196"/>
                  </a:srgbClr>
                </a:solidFill>
                <a:ea typeface="Pretendard Regular"/>
              </a:rPr>
              <a:t>있음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236700" y="11201400"/>
            <a:ext cx="8432800" cy="508000"/>
          </a:xfrm>
          <a:prstGeom prst="rect">
            <a:avLst/>
          </a:prstGeom>
        </p:spPr>
        <p:txBody>
          <a:bodyPr anchor="t" rtlCol="false"/>
          <a:lstStyle/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933" b="true" i="false" u="none" strike="noStrike" spc="-28">
                <a:solidFill>
                  <a:srgbClr val="1187CF">
                    <a:alpha val="70196"/>
                  </a:srgbClr>
                </a:solidFill>
                <a:ea typeface="Pretendard Regular"/>
              </a:rPr>
              <a:t>분류정확도와</a:t>
            </a:r>
            <a:r>
              <a:rPr lang="en-US" sz="2933" b="true" i="false" u="none" strike="noStrike" spc="-28">
                <a:solidFill>
                  <a:srgbClr val="1187CF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true" i="false" u="none" strike="noStrike" spc="-28">
                <a:solidFill>
                  <a:srgbClr val="1187CF">
                    <a:alpha val="70196"/>
                  </a:srgbClr>
                </a:solidFill>
                <a:ea typeface="Pretendard Regular"/>
              </a:rPr>
              <a:t>작업</a:t>
            </a:r>
            <a:r>
              <a:rPr lang="en-US" sz="2933" b="true" i="false" u="none" strike="noStrike" spc="-28">
                <a:solidFill>
                  <a:srgbClr val="1187CF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true" i="false" u="none" strike="noStrike" spc="-28">
                <a:solidFill>
                  <a:srgbClr val="1187CF">
                    <a:alpha val="70196"/>
                  </a:srgbClr>
                </a:solidFill>
                <a:ea typeface="Pretendard Regular"/>
              </a:rPr>
              <a:t>효율</a:t>
            </a:r>
            <a:r>
              <a:rPr lang="en-US" sz="2933" b="true" i="false" u="none" strike="noStrike" spc="-28">
                <a:solidFill>
                  <a:srgbClr val="1187CF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true" i="false" u="none" strike="noStrike" spc="-28">
                <a:solidFill>
                  <a:srgbClr val="1187CF">
                    <a:alpha val="70196"/>
                  </a:srgbClr>
                </a:solidFill>
                <a:ea typeface="Pretendard Regular"/>
              </a:rPr>
              <a:t>측정에서</a:t>
            </a:r>
            <a:r>
              <a:rPr lang="en-US" sz="2933" b="true" i="false" u="none" strike="noStrike" spc="-28">
                <a:solidFill>
                  <a:srgbClr val="1187CF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true" i="false" u="none" strike="noStrike" spc="-28">
                <a:solidFill>
                  <a:srgbClr val="1187CF">
                    <a:alpha val="70196"/>
                  </a:srgbClr>
                </a:solidFill>
                <a:ea typeface="Pretendard Regular"/>
              </a:rPr>
              <a:t>우수한</a:t>
            </a:r>
            <a:r>
              <a:rPr lang="en-US" sz="2933" b="true" i="false" u="none" strike="noStrike" spc="-28">
                <a:solidFill>
                  <a:srgbClr val="1187CF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true" i="false" u="none" strike="noStrike" spc="-28">
                <a:solidFill>
                  <a:srgbClr val="1187CF">
                    <a:alpha val="70196"/>
                  </a:srgbClr>
                </a:solidFill>
                <a:ea typeface="Pretendard Regular"/>
              </a:rPr>
              <a:t>모델</a:t>
            </a:r>
            <a:r>
              <a:rPr lang="en-US" sz="2933" b="true" i="false" u="none" strike="noStrike" spc="-28">
                <a:solidFill>
                  <a:srgbClr val="1187CF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true" i="false" u="none" strike="noStrike" spc="-28">
                <a:solidFill>
                  <a:srgbClr val="1187CF">
                    <a:alpha val="70196"/>
                  </a:srgbClr>
                </a:solidFill>
                <a:ea typeface="Pretendard Regular"/>
              </a:rPr>
              <a:t>생성</a:t>
            </a:r>
            <a:r>
              <a:rPr lang="en-US" sz="2933" b="true" i="false" u="none" strike="noStrike" spc="-28">
                <a:solidFill>
                  <a:srgbClr val="1187CF">
                    <a:alpha val="70196"/>
                  </a:srgbClr>
                </a:solidFill>
                <a:latin typeface="Pretendard Regular"/>
              </a:rPr>
              <a:t> </a:t>
            </a:r>
            <a:r>
              <a:rPr lang="ko-KR" sz="2933" b="true" i="false" u="none" strike="noStrike" spc="-28">
                <a:solidFill>
                  <a:srgbClr val="1187CF">
                    <a:alpha val="70196"/>
                  </a:srgbClr>
                </a:solidFill>
                <a:ea typeface="Pretendard Regular"/>
              </a:rPr>
              <a:t>가능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 rot="0">
            <a:off x="-22364700" y="-25400"/>
            <a:ext cx="41719500" cy="16497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 rot="0">
            <a:off x="-26123900" y="-25400"/>
            <a:ext cx="41719500" cy="16497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25000"/>
          </a:blip>
          <a:stretch>
            <a:fillRect/>
          </a:stretch>
        </p:blipFill>
        <p:spPr>
          <a:xfrm rot="0">
            <a:off x="1828800" y="5295900"/>
            <a:ext cx="5549900" cy="1181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45000"/>
          </a:blip>
          <a:stretch>
            <a:fillRect/>
          </a:stretch>
        </p:blipFill>
        <p:spPr>
          <a:xfrm rot="0">
            <a:off x="7162800" y="5295900"/>
            <a:ext cx="5549900" cy="1181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alphaModFix amt="7000"/>
          </a:blip>
          <a:stretch>
            <a:fillRect/>
          </a:stretch>
        </p:blipFill>
        <p:spPr>
          <a:xfrm rot="0">
            <a:off x="1816100" y="6908800"/>
            <a:ext cx="5041900" cy="5486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>
            <a:alphaModFix amt="75000"/>
          </a:blip>
          <a:stretch>
            <a:fillRect/>
          </a:stretch>
        </p:blipFill>
        <p:spPr>
          <a:xfrm rot="0">
            <a:off x="12496800" y="5295900"/>
            <a:ext cx="5549900" cy="1181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830800" y="5295900"/>
            <a:ext cx="5549900" cy="1181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>
            <a:alphaModFix amt="7000"/>
          </a:blip>
          <a:stretch>
            <a:fillRect/>
          </a:stretch>
        </p:blipFill>
        <p:spPr>
          <a:xfrm rot="0">
            <a:off x="17830800" y="6908800"/>
            <a:ext cx="5041900" cy="5486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816100" y="2870200"/>
            <a:ext cx="127000" cy="635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43000" y="1562100"/>
            <a:ext cx="22237700" cy="25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>
            <a:alphaModFix amt="7000"/>
          </a:blip>
          <a:stretch>
            <a:fillRect/>
          </a:stretch>
        </p:blipFill>
        <p:spPr>
          <a:xfrm rot="0">
            <a:off x="7162800" y="6908800"/>
            <a:ext cx="5041900" cy="5486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>
            <a:alphaModFix amt="7000"/>
          </a:blip>
          <a:stretch>
            <a:fillRect/>
          </a:stretch>
        </p:blipFill>
        <p:spPr>
          <a:xfrm rot="0">
            <a:off x="12496800" y="6908800"/>
            <a:ext cx="5041900" cy="54864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2552700" y="5537200"/>
            <a:ext cx="4089400" cy="6858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3841" b="false" i="false" u="none" strike="noStrike">
                <a:solidFill>
                  <a:srgbClr val="1E1E1E"/>
                </a:solidFill>
                <a:latin typeface="Pretendard Black"/>
              </a:rPr>
              <a:t>11</a:t>
            </a:r>
            <a:r>
              <a:rPr lang="ko-KR" sz="3841" b="false" i="false" u="none" strike="noStrike">
                <a:solidFill>
                  <a:srgbClr val="1E1E1E"/>
                </a:solidFill>
                <a:ea typeface="Pretendard Black"/>
              </a:rPr>
              <a:t>월</a:t>
            </a:r>
            <a:r>
              <a:rPr lang="en-US" sz="3841" b="false" i="false" u="none" strike="noStrike">
                <a:solidFill>
                  <a:srgbClr val="1E1E1E"/>
                </a:solidFill>
                <a:latin typeface="Pretendard Black"/>
              </a:rPr>
              <a:t> 2</a:t>
            </a:r>
            <a:r>
              <a:rPr lang="ko-KR" sz="3841" b="false" i="false" u="none" strike="noStrike">
                <a:solidFill>
                  <a:srgbClr val="1E1E1E"/>
                </a:solidFill>
                <a:ea typeface="Pretendard Black"/>
              </a:rPr>
              <a:t>주차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886700" y="5537200"/>
            <a:ext cx="4089400" cy="6858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3841" b="false" i="false" u="none" strike="noStrike">
                <a:solidFill>
                  <a:srgbClr val="FFFFFF"/>
                </a:solidFill>
                <a:latin typeface="Pretendard Black"/>
              </a:rPr>
              <a:t>11</a:t>
            </a:r>
            <a:r>
              <a:rPr lang="ko-KR" sz="3841" b="false" i="false" u="none" strike="noStrike">
                <a:solidFill>
                  <a:srgbClr val="FFFFFF"/>
                </a:solidFill>
                <a:ea typeface="Pretendard Black"/>
              </a:rPr>
              <a:t>월</a:t>
            </a:r>
            <a:r>
              <a:rPr lang="en-US" sz="3841" b="false" i="false" u="none" strike="noStrike">
                <a:solidFill>
                  <a:srgbClr val="FFFFFF"/>
                </a:solidFill>
                <a:latin typeface="Pretendard Black"/>
              </a:rPr>
              <a:t> 3</a:t>
            </a:r>
            <a:r>
              <a:rPr lang="ko-KR" sz="3841" b="false" i="false" u="none" strike="noStrike">
                <a:solidFill>
                  <a:srgbClr val="FFFFFF"/>
                </a:solidFill>
                <a:ea typeface="Pretendard Black"/>
              </a:rPr>
              <a:t>주차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220700" y="5537200"/>
            <a:ext cx="4102100" cy="6858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3841" b="false" i="false" u="none" strike="noStrike">
                <a:solidFill>
                  <a:srgbClr val="FFFFFF"/>
                </a:solidFill>
                <a:latin typeface="Pretendard Black"/>
              </a:rPr>
              <a:t>11</a:t>
            </a:r>
            <a:r>
              <a:rPr lang="ko-KR" sz="3841" b="false" i="false" u="none" strike="noStrike">
                <a:solidFill>
                  <a:srgbClr val="FFFFFF"/>
                </a:solidFill>
                <a:ea typeface="Pretendard Black"/>
              </a:rPr>
              <a:t>월</a:t>
            </a:r>
            <a:r>
              <a:rPr lang="en-US" sz="3841" b="false" i="false" u="none" strike="noStrike">
                <a:solidFill>
                  <a:srgbClr val="FFFFFF"/>
                </a:solidFill>
                <a:latin typeface="Pretendard Black"/>
              </a:rPr>
              <a:t> 4</a:t>
            </a:r>
            <a:r>
              <a:rPr lang="ko-KR" sz="3841" b="false" i="false" u="none" strike="noStrike">
                <a:solidFill>
                  <a:srgbClr val="FFFFFF"/>
                </a:solidFill>
                <a:ea typeface="Pretendard Black"/>
              </a:rPr>
              <a:t>주차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554700" y="5537200"/>
            <a:ext cx="4102100" cy="6858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3841" b="false" i="false" u="none" strike="noStrike">
                <a:solidFill>
                  <a:srgbClr val="FFFFFF"/>
                </a:solidFill>
                <a:latin typeface="Pretendard Black"/>
              </a:rPr>
              <a:t>12</a:t>
            </a:r>
            <a:r>
              <a:rPr lang="ko-KR" sz="3841" b="false" i="false" u="none" strike="noStrike">
                <a:solidFill>
                  <a:srgbClr val="FFFFFF"/>
                </a:solidFill>
                <a:ea typeface="Pretendard Black"/>
              </a:rPr>
              <a:t>월</a:t>
            </a:r>
            <a:r>
              <a:rPr lang="en-US" sz="3841" b="false" i="false" u="none" strike="noStrike">
                <a:solidFill>
                  <a:srgbClr val="FFFFFF"/>
                </a:solidFill>
                <a:latin typeface="Pretendard Black"/>
              </a:rPr>
              <a:t> 1</a:t>
            </a:r>
            <a:r>
              <a:rPr lang="ko-KR" sz="3841" b="false" i="false" u="none" strike="noStrike">
                <a:solidFill>
                  <a:srgbClr val="FFFFFF"/>
                </a:solidFill>
                <a:ea typeface="Pretendard Black"/>
              </a:rPr>
              <a:t>주차</a:t>
            </a:r>
            <a:r>
              <a:rPr lang="en-US" sz="3841" b="false" i="false" u="none" strike="noStrike">
                <a:solidFill>
                  <a:srgbClr val="FFFFFF"/>
                </a:solidFill>
                <a:latin typeface="Pretendard Black"/>
              </a:rPr>
              <a:t>~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247900" y="7607300"/>
            <a:ext cx="3263900" cy="6858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-US" sz="3841" b="false" i="false" u="none" strike="noStrike">
                <a:solidFill>
                  <a:srgbClr val="1E1E1E"/>
                </a:solidFill>
                <a:latin typeface="Pretendard ExtraBold"/>
              </a:rPr>
              <a:t>01 </a:t>
            </a:r>
            <a:r>
              <a:rPr lang="ko-KR" sz="3841" b="false" i="false" u="none" strike="noStrike">
                <a:solidFill>
                  <a:srgbClr val="1E1E1E"/>
                </a:solidFill>
                <a:ea typeface="Pretendard ExtraBold"/>
              </a:rPr>
              <a:t>굴착기</a:t>
            </a:r>
            <a:r>
              <a:rPr lang="en-US" sz="3841" b="false" i="false" u="none" strike="noStrike">
                <a:solidFill>
                  <a:srgbClr val="1E1E1E"/>
                </a:solidFill>
                <a:latin typeface="Pretendard ExtraBold"/>
              </a:rPr>
              <a:t> </a:t>
            </a:r>
            <a:r>
              <a:rPr lang="ko-KR" sz="3841" b="false" i="false" u="none" strike="noStrike">
                <a:solidFill>
                  <a:srgbClr val="1E1E1E"/>
                </a:solidFill>
                <a:ea typeface="Pretendard ExtraBold"/>
              </a:rPr>
              <a:t>모델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569200" y="7607300"/>
            <a:ext cx="4305300" cy="6858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-US" sz="3841" b="false" i="false" u="none" strike="noStrike">
                <a:solidFill>
                  <a:srgbClr val="1E1E1E"/>
                </a:solidFill>
                <a:latin typeface="Pretendard ExtraBold"/>
              </a:rPr>
              <a:t>02 </a:t>
            </a:r>
            <a:r>
              <a:rPr lang="ko-KR" sz="3841" b="false" i="false" u="none" strike="noStrike">
                <a:solidFill>
                  <a:srgbClr val="1E1E1E"/>
                </a:solidFill>
                <a:ea typeface="Pretendard ExtraBold"/>
              </a:rPr>
              <a:t>카메라</a:t>
            </a:r>
            <a:r>
              <a:rPr lang="en-US" sz="3841" b="false" i="false" u="none" strike="noStrike">
                <a:solidFill>
                  <a:srgbClr val="1E1E1E"/>
                </a:solidFill>
                <a:latin typeface="Pretendard ExtraBold"/>
              </a:rPr>
              <a:t> </a:t>
            </a:r>
            <a:r>
              <a:rPr lang="ko-KR" sz="3841" b="false" i="false" u="none" strike="noStrike">
                <a:solidFill>
                  <a:srgbClr val="1E1E1E"/>
                </a:solidFill>
                <a:ea typeface="Pretendard ExtraBold"/>
              </a:rPr>
              <a:t>작동</a:t>
            </a:r>
            <a:r>
              <a:rPr lang="en-US" sz="3841" b="false" i="false" u="none" strike="noStrike">
                <a:solidFill>
                  <a:srgbClr val="1E1E1E"/>
                </a:solidFill>
                <a:latin typeface="Pretendard ExtraBold"/>
              </a:rPr>
              <a:t> </a:t>
            </a:r>
            <a:r>
              <a:rPr lang="ko-KR" sz="3841" b="false" i="false" u="none" strike="noStrike">
                <a:solidFill>
                  <a:srgbClr val="1E1E1E"/>
                </a:solidFill>
                <a:ea typeface="Pretendard ExtraBold"/>
              </a:rPr>
              <a:t>확인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915900" y="7607300"/>
            <a:ext cx="4394200" cy="6858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-US" sz="3841" b="false" i="false" u="none" strike="noStrike">
                <a:solidFill>
                  <a:srgbClr val="1E1E1E"/>
                </a:solidFill>
                <a:latin typeface="Pretendard ExtraBold"/>
              </a:rPr>
              <a:t>03 AI vision </a:t>
            </a:r>
            <a:r>
              <a:rPr lang="ko-KR" sz="3841" b="false" i="false" u="none" strike="noStrike">
                <a:solidFill>
                  <a:srgbClr val="1E1E1E"/>
                </a:solidFill>
                <a:ea typeface="Pretendard ExtraBold"/>
              </a:rPr>
              <a:t>적용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275300" y="7607300"/>
            <a:ext cx="3213100" cy="6858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-US" sz="3841" b="false" i="false" u="none" strike="noStrike">
                <a:solidFill>
                  <a:srgbClr val="1E1E1E"/>
                </a:solidFill>
                <a:latin typeface="Pretendard ExtraBold"/>
              </a:rPr>
              <a:t>04 </a:t>
            </a:r>
            <a:r>
              <a:rPr lang="ko-KR" sz="3841" b="false" i="false" u="none" strike="noStrike">
                <a:solidFill>
                  <a:srgbClr val="1E1E1E"/>
                </a:solidFill>
                <a:ea typeface="Pretendard ExtraBold"/>
              </a:rPr>
              <a:t>추가</a:t>
            </a:r>
            <a:r>
              <a:rPr lang="en-US" sz="3841" b="false" i="false" u="none" strike="noStrike">
                <a:solidFill>
                  <a:srgbClr val="1E1E1E"/>
                </a:solidFill>
                <a:latin typeface="Pretendard ExtraBold"/>
              </a:rPr>
              <a:t> </a:t>
            </a:r>
            <a:r>
              <a:rPr lang="ko-KR" sz="3841" b="false" i="false" u="none" strike="noStrike">
                <a:solidFill>
                  <a:srgbClr val="1E1E1E"/>
                </a:solidFill>
                <a:ea typeface="Pretendard ExtraBold"/>
              </a:rPr>
              <a:t>보완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247900" y="8674100"/>
            <a:ext cx="3835400" cy="3797300"/>
          </a:xfrm>
          <a:prstGeom prst="rect">
            <a:avLst/>
          </a:prstGeom>
        </p:spPr>
        <p:txBody>
          <a:bodyPr anchor="t" rtlCol="false"/>
          <a:lstStyle/>
          <a:p>
            <a:pPr algn="l" lvl="1" indent="-342900" marL="342900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en-US" sz="3018" b="false" i="false" u="none" strike="noStrike">
                <a:solidFill>
                  <a:srgbClr val="1E1E1E"/>
                </a:solidFill>
                <a:latin typeface="Pretendard Regular"/>
              </a:rPr>
              <a:t>BOM </a:t>
            </a:r>
            <a:r>
              <a:rPr lang="ko-KR" sz="3018" b="false" i="false" u="none" strike="noStrike">
                <a:solidFill>
                  <a:srgbClr val="1E1E1E"/>
                </a:solidFill>
                <a:ea typeface="Pretendard Regular"/>
              </a:rPr>
              <a:t>완성</a:t>
            </a:r>
          </a:p>
          <a:p>
            <a:pPr algn="l" lvl="1" indent="-342900" marL="342900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ko-KR" sz="3018" b="false" i="false" u="none" strike="noStrike">
                <a:solidFill>
                  <a:srgbClr val="1E1E1E"/>
                </a:solidFill>
                <a:ea typeface="Pretendard Regular"/>
              </a:rPr>
              <a:t>실제</a:t>
            </a:r>
            <a:r>
              <a:rPr lang="en-US" sz="3018" b="fals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3018" b="false" i="false" u="none" strike="noStrike">
                <a:solidFill>
                  <a:srgbClr val="1E1E1E"/>
                </a:solidFill>
                <a:ea typeface="Pretendard Regular"/>
              </a:rPr>
              <a:t>굴착기</a:t>
            </a:r>
            <a:r>
              <a:rPr lang="en-US" sz="3018" b="fals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3018" b="false" i="false" u="none" strike="noStrike">
                <a:solidFill>
                  <a:srgbClr val="1E1E1E"/>
                </a:solidFill>
                <a:ea typeface="Pretendard Regular"/>
              </a:rPr>
              <a:t>모델</a:t>
            </a:r>
            <a:r>
              <a:rPr lang="en-US" sz="3018" b="fals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3018" b="false" i="false" u="none" strike="noStrike">
                <a:solidFill>
                  <a:srgbClr val="1E1E1E"/>
                </a:solidFill>
                <a:ea typeface="Pretendard Regular"/>
              </a:rPr>
              <a:t>제작</a:t>
            </a:r>
            <a:r>
              <a:rPr lang="en-US" sz="3018" b="fals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3018" b="false" i="false" u="none" strike="noStrike">
                <a:solidFill>
                  <a:srgbClr val="1E1E1E"/>
                </a:solidFill>
                <a:ea typeface="Pretendard Regular"/>
              </a:rPr>
              <a:t>완료</a:t>
            </a:r>
          </a:p>
          <a:p>
            <a:pPr algn="l" lvl="1" indent="-342900" marL="342900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ko-KR" sz="3018" b="false" i="false" u="none" strike="noStrike">
                <a:solidFill>
                  <a:srgbClr val="1E1E1E"/>
                </a:solidFill>
                <a:ea typeface="Pretendard Regular"/>
              </a:rPr>
              <a:t>굴착기</a:t>
            </a:r>
            <a:r>
              <a:rPr lang="en-US" sz="3018" b="fals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3018" b="false" i="false" u="none" strike="noStrike">
                <a:solidFill>
                  <a:srgbClr val="1E1E1E"/>
                </a:solidFill>
                <a:ea typeface="Pretendard Regular"/>
              </a:rPr>
              <a:t>모델</a:t>
            </a:r>
            <a:r>
              <a:rPr lang="en-US" sz="3018" b="fals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3018" b="false" i="false" u="none" strike="noStrike">
                <a:solidFill>
                  <a:srgbClr val="1E1E1E"/>
                </a:solidFill>
                <a:ea typeface="Pretendard Regular"/>
              </a:rPr>
              <a:t>작동하는지</a:t>
            </a:r>
            <a:r>
              <a:rPr lang="en-US" sz="3018" b="fals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3018" b="false" i="false" u="none" strike="noStrike">
                <a:solidFill>
                  <a:srgbClr val="1E1E1E"/>
                </a:solidFill>
                <a:ea typeface="Pretendard Regular"/>
              </a:rPr>
              <a:t>확인</a:t>
            </a:r>
          </a:p>
          <a:p>
            <a:pPr algn="l" lvl="0">
              <a:lnSpc>
                <a:spcPct val="141100"/>
              </a:lnSpc>
            </a:pPr>
            <a:r>
              <a:rPr lang="en" sz="3018" b="false" i="false" u="none" strike="noStrike">
                <a:solidFill>
                  <a:srgbClr val="1E1E1E"/>
                </a:solidFill>
                <a:latin typeface="Pretendard Regular"/>
              </a:rPr>
              <a:t/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569200" y="8674100"/>
            <a:ext cx="4279900" cy="10160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41100"/>
              </a:lnSpc>
            </a:pPr>
            <a:r>
              <a:rPr lang="ko-KR" sz="3018" b="false" i="false" u="none" strike="noStrike">
                <a:solidFill>
                  <a:srgbClr val="1E1E1E"/>
                </a:solidFill>
                <a:ea typeface="Pretendard Regular"/>
              </a:rPr>
              <a:t>뎁스카메라</a:t>
            </a:r>
            <a:r>
              <a:rPr lang="en-US" sz="3018" b="fals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3018" b="false" i="false" u="none" strike="noStrike">
                <a:solidFill>
                  <a:srgbClr val="1E1E1E"/>
                </a:solidFill>
                <a:ea typeface="Pretendard Regular"/>
              </a:rPr>
              <a:t>작동확인</a:t>
            </a:r>
            <a:r>
              <a:rPr lang="en-US" sz="3018" b="fals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3018" b="false" i="false" u="none" strike="noStrike">
                <a:solidFill>
                  <a:srgbClr val="1E1E1E"/>
                </a:solidFill>
                <a:ea typeface="Pretendard Regular"/>
              </a:rPr>
              <a:t>후</a:t>
            </a:r>
            <a:r>
              <a:rPr lang="en-US" sz="3018" b="fals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3018" b="false" i="false" u="none" strike="noStrike">
                <a:solidFill>
                  <a:srgbClr val="1E1E1E"/>
                </a:solidFill>
                <a:ea typeface="Pretendard Regular"/>
              </a:rPr>
              <a:t>굴착기</a:t>
            </a:r>
            <a:r>
              <a:rPr lang="en-US" sz="3018" b="fals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3018" b="false" i="false" u="none" strike="noStrike">
                <a:solidFill>
                  <a:srgbClr val="1E1E1E"/>
                </a:solidFill>
                <a:ea typeface="Pretendard Regular"/>
              </a:rPr>
              <a:t>모델에</a:t>
            </a:r>
            <a:r>
              <a:rPr lang="en-US" sz="3018" b="fals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3018" b="false" i="false" u="none" strike="noStrike">
                <a:solidFill>
                  <a:srgbClr val="1E1E1E"/>
                </a:solidFill>
                <a:ea typeface="Pretendard Regular"/>
              </a:rPr>
              <a:t>부착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915900" y="8674100"/>
            <a:ext cx="4572000" cy="2971800"/>
          </a:xfrm>
          <a:prstGeom prst="rect">
            <a:avLst/>
          </a:prstGeom>
        </p:spPr>
        <p:txBody>
          <a:bodyPr anchor="t" rtlCol="false"/>
          <a:lstStyle/>
          <a:p>
            <a:pPr algn="l" lvl="1" indent="-342900" marL="342900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ko-KR" sz="3018" b="false" i="false" u="none" strike="noStrike">
                <a:solidFill>
                  <a:srgbClr val="1E1E1E"/>
                </a:solidFill>
                <a:ea typeface="Pretendard Regular"/>
              </a:rPr>
              <a:t>카메라를</a:t>
            </a:r>
            <a:r>
              <a:rPr lang="en-US" sz="3018" b="fals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3018" b="false" i="false" u="none" strike="noStrike">
                <a:solidFill>
                  <a:srgbClr val="1E1E1E"/>
                </a:solidFill>
                <a:ea typeface="Pretendard Regular"/>
              </a:rPr>
              <a:t>통해</a:t>
            </a:r>
            <a:r>
              <a:rPr lang="en-US" sz="3018" b="fals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3018" b="false" i="false" u="none" strike="noStrike">
                <a:solidFill>
                  <a:srgbClr val="1E1E1E"/>
                </a:solidFill>
                <a:ea typeface="Pretendard Regular"/>
              </a:rPr>
              <a:t>영상정보</a:t>
            </a:r>
            <a:r>
              <a:rPr lang="en-US" sz="3018" b="fals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3018" b="false" i="false" u="none" strike="noStrike">
                <a:solidFill>
                  <a:srgbClr val="1E1E1E"/>
                </a:solidFill>
                <a:ea typeface="Pretendard Regular"/>
              </a:rPr>
              <a:t>받은</a:t>
            </a:r>
            <a:r>
              <a:rPr lang="en-US" sz="3018" b="fals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3018" b="false" i="false" u="none" strike="noStrike">
                <a:solidFill>
                  <a:srgbClr val="1E1E1E"/>
                </a:solidFill>
                <a:ea typeface="Pretendard Regular"/>
              </a:rPr>
              <a:t>후</a:t>
            </a:r>
            <a:r>
              <a:rPr lang="en-US" sz="3018" b="false" i="false" u="none" strike="noStrike">
                <a:solidFill>
                  <a:srgbClr val="1E1E1E"/>
                </a:solidFill>
                <a:latin typeface="Pretendard Regular"/>
              </a:rPr>
              <a:t> AI vision</a:t>
            </a:r>
            <a:r>
              <a:rPr lang="ko-KR" sz="3018" b="false" i="false" u="none" strike="noStrike">
                <a:solidFill>
                  <a:srgbClr val="1E1E1E"/>
                </a:solidFill>
                <a:ea typeface="Pretendard Regular"/>
              </a:rPr>
              <a:t>통해</a:t>
            </a:r>
            <a:r>
              <a:rPr lang="en-US" sz="3018" b="fals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3018" b="false" i="false" u="none" strike="noStrike">
                <a:solidFill>
                  <a:srgbClr val="1E1E1E"/>
                </a:solidFill>
                <a:ea typeface="Pretendard Regular"/>
              </a:rPr>
              <a:t>분석</a:t>
            </a:r>
          </a:p>
          <a:p>
            <a:pPr algn="l" lvl="1" indent="-342900" marL="342900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ko-KR" sz="3018" b="false" i="false" u="none" strike="noStrike">
                <a:solidFill>
                  <a:srgbClr val="1E1E1E"/>
                </a:solidFill>
                <a:ea typeface="Pretendard Regular"/>
              </a:rPr>
              <a:t>분석결과를</a:t>
            </a:r>
            <a:r>
              <a:rPr lang="en-US" sz="3018" b="fals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3018" b="false" i="false" u="none" strike="noStrike">
                <a:solidFill>
                  <a:srgbClr val="1E1E1E"/>
                </a:solidFill>
                <a:ea typeface="Pretendard Regular"/>
              </a:rPr>
              <a:t>통해</a:t>
            </a:r>
            <a:r>
              <a:rPr lang="en-US" sz="3018" b="false" i="false" u="none" strike="noStrike">
                <a:solidFill>
                  <a:srgbClr val="1E1E1E"/>
                </a:solidFill>
                <a:latin typeface="Pretendard Regular"/>
              </a:rPr>
              <a:t> 4</a:t>
            </a:r>
            <a:r>
              <a:rPr lang="ko-KR" sz="3018" b="false" i="false" u="none" strike="noStrike">
                <a:solidFill>
                  <a:srgbClr val="1E1E1E"/>
                </a:solidFill>
                <a:ea typeface="Pretendard Regular"/>
              </a:rPr>
              <a:t>대</a:t>
            </a:r>
            <a:r>
              <a:rPr lang="en-US" sz="3018" b="fals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3018" b="false" i="false" u="none" strike="noStrike">
                <a:solidFill>
                  <a:srgbClr val="1E1E1E"/>
                </a:solidFill>
                <a:ea typeface="Pretendard Regular"/>
              </a:rPr>
              <a:t>사이클</a:t>
            </a:r>
            <a:r>
              <a:rPr lang="en-US" sz="3018" b="fals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3018" b="false" i="false" u="none" strike="noStrike">
                <a:solidFill>
                  <a:srgbClr val="1E1E1E"/>
                </a:solidFill>
                <a:ea typeface="Pretendard Regular"/>
              </a:rPr>
              <a:t>통해</a:t>
            </a:r>
            <a:r>
              <a:rPr lang="en-US" sz="3018" b="fals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3018" b="false" i="false" u="none" strike="noStrike">
                <a:solidFill>
                  <a:srgbClr val="1E1E1E"/>
                </a:solidFill>
                <a:ea typeface="Pretendard Regular"/>
              </a:rPr>
              <a:t>분석</a:t>
            </a:r>
          </a:p>
          <a:p>
            <a:pPr algn="l" lvl="1" indent="-342900" marL="342900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en" sz="3018" b="false" i="false" u="none" strike="noStrike">
                <a:solidFill>
                  <a:srgbClr val="1E1E1E"/>
                </a:solidFill>
                <a:latin typeface="Pretendard Regular"/>
              </a:rPr>
              <a:t/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275300" y="8674100"/>
            <a:ext cx="4292600" cy="10160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41100"/>
              </a:lnSpc>
            </a:pPr>
            <a:r>
              <a:rPr lang="ko-KR" sz="3018" b="false" i="false" u="none" strike="noStrike">
                <a:solidFill>
                  <a:srgbClr val="1E1E1E"/>
                </a:solidFill>
                <a:ea typeface="Pretendard Regular"/>
              </a:rPr>
              <a:t>앞선</a:t>
            </a:r>
            <a:r>
              <a:rPr lang="en-US" sz="3018" b="fals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3018" b="false" i="false" u="none" strike="noStrike">
                <a:solidFill>
                  <a:srgbClr val="1E1E1E"/>
                </a:solidFill>
                <a:ea typeface="Pretendard Regular"/>
              </a:rPr>
              <a:t>계획</a:t>
            </a:r>
            <a:r>
              <a:rPr lang="en-US" sz="3018" b="fals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3018" b="false" i="false" u="none" strike="noStrike">
                <a:solidFill>
                  <a:srgbClr val="1E1E1E"/>
                </a:solidFill>
                <a:ea typeface="Pretendard Regular"/>
              </a:rPr>
              <a:t>중</a:t>
            </a:r>
            <a:r>
              <a:rPr lang="en-US" sz="3018" b="fals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3018" b="false" i="false" u="none" strike="noStrike">
                <a:solidFill>
                  <a:srgbClr val="1E1E1E"/>
                </a:solidFill>
                <a:ea typeface="Pretendard Regular"/>
              </a:rPr>
              <a:t>부족한</a:t>
            </a:r>
            <a:r>
              <a:rPr lang="en-US" sz="3018" b="fals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3018" b="false" i="false" u="none" strike="noStrike">
                <a:solidFill>
                  <a:srgbClr val="1E1E1E"/>
                </a:solidFill>
                <a:ea typeface="Pretendard Regular"/>
              </a:rPr>
              <a:t>부분</a:t>
            </a:r>
            <a:r>
              <a:rPr lang="en-US" sz="3018" b="false" i="false" u="none" strike="noStrike">
                <a:solidFill>
                  <a:srgbClr val="1E1E1E"/>
                </a:solidFill>
                <a:latin typeface="Pretendard Regular"/>
              </a:rPr>
              <a:t> </a:t>
            </a:r>
            <a:r>
              <a:rPr lang="ko-KR" sz="3018" b="false" i="false" u="none" strike="noStrike">
                <a:solidFill>
                  <a:srgbClr val="1E1E1E"/>
                </a:solidFill>
                <a:ea typeface="Pretendard Regular"/>
              </a:rPr>
              <a:t>보완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349500" y="2628900"/>
            <a:ext cx="6400800" cy="1447800"/>
          </a:xfrm>
          <a:prstGeom prst="rect">
            <a:avLst/>
          </a:prstGeom>
        </p:spPr>
        <p:txBody>
          <a:bodyPr anchor="t" rtlCol="false" lIns="0" tIns="81280" rIns="0" bIns="0"/>
          <a:lstStyle/>
          <a:p>
            <a:pPr algn="l" lvl="0">
              <a:lnSpc>
                <a:spcPct val="99600"/>
              </a:lnSpc>
            </a:pPr>
            <a:r>
              <a:rPr lang="ko-KR" sz="6400" b="false" i="false" u="none" strike="noStrike">
                <a:solidFill>
                  <a:srgbClr val="1E1E1E"/>
                </a:solidFill>
                <a:ea typeface="Pretendard Black"/>
              </a:rPr>
              <a:t>향후</a:t>
            </a:r>
            <a:r>
              <a:rPr lang="en-US" sz="6400" b="false" i="false" u="none" strike="noStrike">
                <a:solidFill>
                  <a:srgbClr val="1E1E1E"/>
                </a:solidFill>
                <a:latin typeface="Pretendard Black"/>
              </a:rPr>
              <a:t> </a:t>
            </a:r>
            <a:r>
              <a:rPr lang="ko-KR" sz="6400" b="false" i="false" u="none" strike="noStrike">
                <a:solidFill>
                  <a:srgbClr val="1E1E1E"/>
                </a:solidFill>
                <a:ea typeface="Pretendard Black"/>
              </a:rPr>
              <a:t>계획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43000" y="749300"/>
            <a:ext cx="1790700" cy="622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3466" b="false" i="false" u="none" strike="noStrike">
                <a:solidFill>
                  <a:srgbClr val="1E1E1E"/>
                </a:solidFill>
                <a:latin typeface="Pretendard ExtraBold"/>
              </a:rPr>
              <a:t>06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 rot="0">
            <a:off x="-12738100" y="-25400"/>
            <a:ext cx="41719500" cy="16497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 rot="0">
            <a:off x="-16497300" y="-25400"/>
            <a:ext cx="41719500" cy="164973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8724900" y="5410200"/>
            <a:ext cx="6667500" cy="1892300"/>
          </a:xfrm>
          <a:prstGeom prst="rect">
            <a:avLst/>
          </a:prstGeom>
        </p:spPr>
        <p:txBody>
          <a:bodyPr anchor="t" rtlCol="false" lIns="0" tIns="135467" rIns="0" bIns="0"/>
          <a:lstStyle/>
          <a:p>
            <a:pPr algn="l" lvl="0">
              <a:lnSpc>
                <a:spcPct val="99600"/>
              </a:lnSpc>
            </a:pPr>
            <a:r>
              <a:rPr lang="ko-KR" sz="10666" b="false" i="false" u="none" strike="noStrike">
                <a:solidFill>
                  <a:srgbClr val="1E1E1E"/>
                </a:solidFill>
                <a:ea typeface="Pretendard Black"/>
              </a:rPr>
              <a:t>감사합니다</a:t>
            </a:r>
            <a:r>
              <a:rPr lang="en-US" sz="10666" b="false" i="false" u="none" strike="noStrike">
                <a:solidFill>
                  <a:srgbClr val="1E1E1E"/>
                </a:solidFill>
                <a:latin typeface="Pretendard Black"/>
              </a:rPr>
              <a:t>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720300" y="10236200"/>
            <a:ext cx="1181100" cy="28448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3200" b="false" i="false" u="none" strike="noStrike">
                <a:solidFill>
                  <a:srgbClr val="1E1E1E"/>
                </a:solidFill>
                <a:ea typeface="Pretendard SemiBold"/>
              </a:rPr>
              <a:t>김지원</a:t>
            </a:r>
          </a:p>
          <a:p>
            <a:pPr algn="l" lvl="0">
              <a:lnSpc>
                <a:spcPct val="116199"/>
              </a:lnSpc>
            </a:pPr>
            <a:r>
              <a:rPr lang="en" sz="3200" b="false" i="false" u="none" strike="noStrike">
                <a:solidFill>
                  <a:srgbClr val="1E1E1E"/>
                </a:solidFill>
                <a:ea typeface="Pretendard SemiBold"/>
              </a:rPr>
              <a:t>서정석</a:t>
            </a:r>
          </a:p>
          <a:p>
            <a:pPr algn="l" lvl="0">
              <a:lnSpc>
                <a:spcPct val="116199"/>
              </a:lnSpc>
            </a:pPr>
            <a:r>
              <a:rPr lang="en" sz="3200" b="false" i="false" u="none" strike="noStrike">
                <a:solidFill>
                  <a:srgbClr val="1E1E1E"/>
                </a:solidFill>
                <a:ea typeface="Pretendard SemiBold"/>
              </a:rPr>
              <a:t>양기훈</a:t>
            </a:r>
          </a:p>
          <a:p>
            <a:pPr algn="l" lvl="0">
              <a:lnSpc>
                <a:spcPct val="116199"/>
              </a:lnSpc>
            </a:pPr>
            <a:r>
              <a:rPr lang="en" sz="3200" b="false" i="false" u="none" strike="noStrike">
                <a:solidFill>
                  <a:srgbClr val="1E1E1E"/>
                </a:solidFill>
                <a:ea typeface="Pretendard SemiBold"/>
              </a:rPr>
              <a:t>이창헌</a:t>
            </a:r>
          </a:p>
          <a:p>
            <a:pPr algn="l" lvl="0">
              <a:lnSpc>
                <a:spcPct val="116199"/>
              </a:lnSpc>
            </a:pPr>
            <a:r>
              <a:rPr lang="en" sz="3200" b="false" i="false" u="none" strike="noStrike">
                <a:solidFill>
                  <a:srgbClr val="1E1E1E"/>
                </a:solidFill>
                <a:ea typeface="Pretendard SemiBold"/>
              </a:rPr>
              <a:t>최창환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056600" y="9283700"/>
            <a:ext cx="2857500" cy="673100"/>
          </a:xfrm>
          <a:prstGeom prst="rect">
            <a:avLst/>
          </a:prstGeom>
        </p:spPr>
        <p:txBody>
          <a:bodyPr anchor="t" rtlCol="false" lIns="0" tIns="23706" rIns="0" bIns="0"/>
          <a:lstStyle/>
          <a:p>
            <a:pPr algn="l" lvl="0">
              <a:lnSpc>
                <a:spcPct val="107899"/>
              </a:lnSpc>
            </a:pPr>
            <a:r>
              <a:rPr lang="en-US" sz="3733" b="false" i="false" u="none" strike="noStrike">
                <a:solidFill>
                  <a:srgbClr val="1E1E1E"/>
                </a:solidFill>
                <a:latin typeface="Pretendard SemiBold"/>
              </a:rPr>
              <a:t>TEAM </a:t>
            </a:r>
            <a:r>
              <a:rPr lang="ko-KR" sz="3733" b="false" i="false" u="none" strike="noStrike">
                <a:solidFill>
                  <a:srgbClr val="1E1E1E"/>
                </a:solidFill>
                <a:ea typeface="Pretendard SemiBold"/>
              </a:rPr>
              <a:t>볼보이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